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4" r:id="rId1"/>
  </p:sldMasterIdLst>
  <p:sldIdLst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3"/>
      <p:bold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36A"/>
    <a:srgbClr val="00C8FF"/>
    <a:srgbClr val="0D3266"/>
    <a:srgbClr val="074C96"/>
    <a:srgbClr val="E7F4FB"/>
    <a:srgbClr val="10071A"/>
    <a:srgbClr val="6D8AEF"/>
    <a:srgbClr val="FF00C8"/>
    <a:srgbClr val="3D99D6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136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customXml" Target="../customXml/item1.xml"/><Relationship Id="rId21" Type="http://schemas.openxmlformats.org/officeDocument/2006/relationships/customXml" Target="../customXml/item2.xml"/><Relationship Id="rId22" Type="http://schemas.openxmlformats.org/officeDocument/2006/relationships/customXml" Target="../customXml/item3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20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94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710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589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334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022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14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8479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25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7795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580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216AF-06C0-BA49-AACF-07C03F8CB6E2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1F838-4AD4-7145-87EC-6D50A1DDD2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005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2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0F0FB-D6A5-8284-63BA-3A0AF54F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9A4AC159-BC6B-F164-4010-189D84B5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9238" y="3564759"/>
            <a:ext cx="1728000" cy="691202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C951519-17E9-382F-4EE2-E10A4F49FC45}"/>
              </a:ext>
            </a:extLst>
          </p:cNvPr>
          <p:cNvGrpSpPr/>
          <p:nvPr/>
        </p:nvGrpSpPr>
        <p:grpSpPr>
          <a:xfrm rot="18000000">
            <a:off x="4962724" y="-259179"/>
            <a:ext cx="5025815" cy="1675271"/>
            <a:chOff x="3739581" y="691375"/>
            <a:chExt cx="4320000" cy="14400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AB168680-8E62-8326-2A5E-CF0AE7C30F39}"/>
                </a:ext>
              </a:extLst>
            </p:cNvPr>
            <p:cNvSpPr/>
            <p:nvPr/>
          </p:nvSpPr>
          <p:spPr>
            <a:xfrm>
              <a:off x="3739581" y="691375"/>
              <a:ext cx="4320000" cy="1440000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60000">
                  <a:srgbClr val="6D8AE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6C2A2F5-3948-B918-66B8-E3D0B6E963AB}"/>
                </a:ext>
              </a:extLst>
            </p:cNvPr>
            <p:cNvSpPr/>
            <p:nvPr/>
          </p:nvSpPr>
          <p:spPr>
            <a:xfrm>
              <a:off x="3739581" y="691375"/>
              <a:ext cx="1440000" cy="144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C33F422-957A-2C85-8D5E-0B43518A9601}"/>
              </a:ext>
            </a:extLst>
          </p:cNvPr>
          <p:cNvGrpSpPr/>
          <p:nvPr/>
        </p:nvGrpSpPr>
        <p:grpSpPr>
          <a:xfrm>
            <a:off x="-1665028" y="2972782"/>
            <a:ext cx="7282134" cy="1675272"/>
            <a:chOff x="-1665028" y="1147865"/>
            <a:chExt cx="7282134" cy="1675272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7BBB274C-D61D-98A4-E0D4-943FD00C0754}"/>
                </a:ext>
              </a:extLst>
            </p:cNvPr>
            <p:cNvSpPr/>
            <p:nvPr/>
          </p:nvSpPr>
          <p:spPr>
            <a:xfrm flipH="1">
              <a:off x="-472505" y="1147865"/>
              <a:ext cx="6089611" cy="1675271"/>
            </a:xfrm>
            <a:prstGeom prst="roundRect">
              <a:avLst>
                <a:gd name="adj" fmla="val 50000"/>
              </a:avLst>
            </a:prstGeom>
            <a:solidFill>
              <a:srgbClr val="074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E1665D3C-7121-CD7A-C44B-D2315B7451F1}"/>
                </a:ext>
              </a:extLst>
            </p:cNvPr>
            <p:cNvSpPr/>
            <p:nvPr/>
          </p:nvSpPr>
          <p:spPr>
            <a:xfrm flipH="1">
              <a:off x="-1665028" y="1147866"/>
              <a:ext cx="4323642" cy="1675271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80000">
                  <a:srgbClr val="6D8AE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sp>
        <p:nvSpPr>
          <p:cNvPr id="18" name="Título 17">
            <a:extLst>
              <a:ext uri="{FF2B5EF4-FFF2-40B4-BE49-F238E27FC236}">
                <a16:creationId xmlns:a16="http://schemas.microsoft.com/office/drawing/2014/main" id="{20637B2F-B0EB-2A7A-BF9B-82C71704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03" y="578457"/>
            <a:ext cx="4812206" cy="1432322"/>
          </a:xfrm>
        </p:spPr>
        <p:txBody>
          <a:bodyPr>
            <a:normAutofit/>
          </a:bodyPr>
          <a:lstStyle/>
          <a:p>
            <a:pPr algn="l"/>
            <a:r>
              <a:rPr lang="es-CO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</a:p>
        </p:txBody>
      </p:sp>
      <p:sp>
        <p:nvSpPr>
          <p:cNvPr id="23" name="Subtítulo 22">
            <a:extLst>
              <a:ext uri="{FF2B5EF4-FFF2-40B4-BE49-F238E27FC236}">
                <a16:creationId xmlns:a16="http://schemas.microsoft.com/office/drawing/2014/main" id="{2506C364-CBE9-9555-1198-C49E04AE8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603" y="2251152"/>
            <a:ext cx="4812206" cy="320598"/>
          </a:xfrm>
        </p:spPr>
        <p:txBody>
          <a:bodyPr>
            <a:normAutofit lnSpcReduction="10000"/>
          </a:bodyPr>
          <a:lstStyle/>
          <a:p>
            <a:pPr algn="l"/>
            <a:r>
              <a:rPr lang="es-CO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211328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57466-3167-349B-BA20-0A4C53DA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4C2EE57E-609A-D0D5-D9AA-FF0366666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9238" y="3564759"/>
            <a:ext cx="1728000" cy="691202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0A4CB936-A3C0-5955-CFFA-409BD8D69436}"/>
              </a:ext>
            </a:extLst>
          </p:cNvPr>
          <p:cNvGrpSpPr/>
          <p:nvPr/>
        </p:nvGrpSpPr>
        <p:grpSpPr>
          <a:xfrm rot="18000000">
            <a:off x="5208385" y="-860946"/>
            <a:ext cx="5025815" cy="1675271"/>
            <a:chOff x="3739581" y="691375"/>
            <a:chExt cx="4320000" cy="14400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772FBF70-FE3B-4476-6671-AD893415BDE1}"/>
                </a:ext>
              </a:extLst>
            </p:cNvPr>
            <p:cNvSpPr/>
            <p:nvPr/>
          </p:nvSpPr>
          <p:spPr>
            <a:xfrm>
              <a:off x="3739581" y="691375"/>
              <a:ext cx="4320000" cy="1440000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60000">
                  <a:srgbClr val="6D8AE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72D8F851-46DA-5115-C587-80C9E0CD0C8F}"/>
                </a:ext>
              </a:extLst>
            </p:cNvPr>
            <p:cNvSpPr/>
            <p:nvPr/>
          </p:nvSpPr>
          <p:spPr>
            <a:xfrm>
              <a:off x="3739581" y="691375"/>
              <a:ext cx="1440000" cy="14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A9484C5-F15E-375C-D91A-2E2FB4FC9526}"/>
              </a:ext>
            </a:extLst>
          </p:cNvPr>
          <p:cNvGrpSpPr/>
          <p:nvPr/>
        </p:nvGrpSpPr>
        <p:grpSpPr>
          <a:xfrm>
            <a:off x="-1665028" y="578457"/>
            <a:ext cx="7282134" cy="1675272"/>
            <a:chOff x="-1665028" y="1147865"/>
            <a:chExt cx="7282134" cy="1675272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C9E7C227-360B-C7BA-FDFF-116282A50FC2}"/>
                </a:ext>
              </a:extLst>
            </p:cNvPr>
            <p:cNvSpPr/>
            <p:nvPr/>
          </p:nvSpPr>
          <p:spPr>
            <a:xfrm flipH="1">
              <a:off x="-472505" y="1147865"/>
              <a:ext cx="6089611" cy="1675271"/>
            </a:xfrm>
            <a:prstGeom prst="roundRect">
              <a:avLst>
                <a:gd name="adj" fmla="val 50000"/>
              </a:avLst>
            </a:prstGeom>
            <a:solidFill>
              <a:srgbClr val="074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4A489D3-8A31-312F-ED1A-33FB570FB189}"/>
                </a:ext>
              </a:extLst>
            </p:cNvPr>
            <p:cNvSpPr/>
            <p:nvPr/>
          </p:nvSpPr>
          <p:spPr>
            <a:xfrm flipH="1">
              <a:off x="-1665028" y="1147866"/>
              <a:ext cx="4323642" cy="1675271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100000">
                  <a:srgbClr val="C637D7"/>
                </a:gs>
                <a:gs pos="50000">
                  <a:srgbClr val="6D8AE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sp>
        <p:nvSpPr>
          <p:cNvPr id="18" name="Título 17">
            <a:extLst>
              <a:ext uri="{FF2B5EF4-FFF2-40B4-BE49-F238E27FC236}">
                <a16:creationId xmlns:a16="http://schemas.microsoft.com/office/drawing/2014/main" id="{B884E7F8-F058-BF61-4475-2C6AC23DA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03" y="2571750"/>
            <a:ext cx="4812206" cy="1432322"/>
          </a:xfrm>
        </p:spPr>
        <p:txBody>
          <a:bodyPr>
            <a:normAutofit/>
          </a:bodyPr>
          <a:lstStyle/>
          <a:p>
            <a:pPr algn="l"/>
            <a:r>
              <a:rPr lang="es-CO" sz="3600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</a:p>
        </p:txBody>
      </p:sp>
      <p:sp>
        <p:nvSpPr>
          <p:cNvPr id="23" name="Subtítulo 22">
            <a:extLst>
              <a:ext uri="{FF2B5EF4-FFF2-40B4-BE49-F238E27FC236}">
                <a16:creationId xmlns:a16="http://schemas.microsoft.com/office/drawing/2014/main" id="{5DCEF2C3-386B-252D-4CAA-F2E9F9B7A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603" y="4244445"/>
            <a:ext cx="4812206" cy="320598"/>
          </a:xfrm>
        </p:spPr>
        <p:txBody>
          <a:bodyPr>
            <a:normAutofit lnSpcReduction="10000"/>
          </a:bodyPr>
          <a:lstStyle/>
          <a:p>
            <a:pPr algn="l"/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105383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9E3CF027-3A3F-2EAC-F898-808EE27A8256}"/>
              </a:ext>
            </a:extLst>
          </p:cNvPr>
          <p:cNvSpPr/>
          <p:nvPr/>
        </p:nvSpPr>
        <p:spPr>
          <a:xfrm>
            <a:off x="3886111" y="-2429842"/>
            <a:ext cx="4859684" cy="4859684"/>
          </a:xfrm>
          <a:prstGeom prst="ellipse">
            <a:avLst/>
          </a:prstGeom>
          <a:noFill/>
          <a:ln w="254000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CFF009-2936-33D8-3B16-7662DE93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33816"/>
            <a:ext cx="2949178" cy="1067202"/>
          </a:xfrm>
        </p:spPr>
        <p:txBody>
          <a:bodyPr/>
          <a:lstStyle/>
          <a:p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34E063-899C-2B11-4BCE-0FC757A58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15953" y="-1800000"/>
            <a:ext cx="3600000" cy="3600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0F88DA-CF83-8856-CEE2-566092D92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667053"/>
            <a:ext cx="2949178" cy="762789"/>
          </a:xfrm>
        </p:spPr>
        <p:txBody>
          <a:bodyPr spcCol="1080000">
            <a:noAutofit/>
          </a:bodyPr>
          <a:lstStyle/>
          <a:p>
            <a:pPr>
              <a:lnSpc>
                <a:spcPts val="1400"/>
              </a:lnSpc>
            </a:pP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4D17B414-E3DD-7591-85CF-91CC289922EB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52837F-4339-559E-4C97-8408F738F245}"/>
              </a:ext>
            </a:extLst>
          </p:cNvPr>
          <p:cNvSpPr txBox="1"/>
          <p:nvPr/>
        </p:nvSpPr>
        <p:spPr>
          <a:xfrm>
            <a:off x="629840" y="3185160"/>
            <a:ext cx="7613407" cy="1288522"/>
          </a:xfrm>
          <a:prstGeom prst="rect">
            <a:avLst/>
          </a:prstGeom>
          <a:noFill/>
        </p:spPr>
        <p:txBody>
          <a:bodyPr wrap="square" numCol="2" spcCol="72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Sed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E15CC11-3D8D-EC8D-C0D2-DAA9AB97F376}"/>
              </a:ext>
            </a:extLst>
          </p:cNvPr>
          <p:cNvSpPr txBox="1"/>
          <p:nvPr/>
        </p:nvSpPr>
        <p:spPr>
          <a:xfrm>
            <a:off x="629840" y="2846606"/>
            <a:ext cx="2949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Encabezado</a:t>
            </a:r>
            <a:endParaRPr lang="es-CO" sz="1600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89DCC36-4C83-33B1-FF6C-BCAAF32EB4E1}"/>
              </a:ext>
            </a:extLst>
          </p:cNvPr>
          <p:cNvSpPr>
            <a:spLocks noChangeAspect="1"/>
          </p:cNvSpPr>
          <p:nvPr/>
        </p:nvSpPr>
        <p:spPr>
          <a:xfrm>
            <a:off x="4004371" y="942975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1C12685-0EA9-174A-7CA7-A320D463E62C}"/>
              </a:ext>
            </a:extLst>
          </p:cNvPr>
          <p:cNvSpPr/>
          <p:nvPr/>
        </p:nvSpPr>
        <p:spPr>
          <a:xfrm>
            <a:off x="4515952" y="-15082"/>
            <a:ext cx="1800000" cy="1800000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3600000 w 3691440"/>
              <a:gd name="csY0" fmla="*/ 1800000 h 3600000"/>
              <a:gd name="csX1" fmla="*/ 1800000 w 3691440"/>
              <a:gd name="csY1" fmla="*/ 3600000 h 3600000"/>
              <a:gd name="csX2" fmla="*/ 0 w 3691440"/>
              <a:gd name="csY2" fmla="*/ 1800000 h 3600000"/>
              <a:gd name="csX3" fmla="*/ 1800000 w 3691440"/>
              <a:gd name="csY3" fmla="*/ 0 h 3600000"/>
              <a:gd name="csX4" fmla="*/ 3691440 w 3691440"/>
              <a:gd name="csY4" fmla="*/ 1891440 h 3600000"/>
              <a:gd name="csX0" fmla="*/ 3600000 w 3600000"/>
              <a:gd name="csY0" fmla="*/ 1800000 h 3600000"/>
              <a:gd name="csX1" fmla="*/ 1800000 w 3600000"/>
              <a:gd name="csY1" fmla="*/ 3600000 h 3600000"/>
              <a:gd name="csX2" fmla="*/ 0 w 3600000"/>
              <a:gd name="csY2" fmla="*/ 1800000 h 3600000"/>
              <a:gd name="csX3" fmla="*/ 1800000 w 3600000"/>
              <a:gd name="csY3" fmla="*/ 0 h 3600000"/>
              <a:gd name="csX0" fmla="*/ 3600000 w 3600000"/>
              <a:gd name="csY0" fmla="*/ 0 h 1800000"/>
              <a:gd name="csX1" fmla="*/ 1800000 w 3600000"/>
              <a:gd name="csY1" fmla="*/ 1800000 h 1800000"/>
              <a:gd name="csX2" fmla="*/ 0 w 3600000"/>
              <a:gd name="csY2" fmla="*/ 0 h 1800000"/>
              <a:gd name="csX0" fmla="*/ 1800000 w 1800000"/>
              <a:gd name="csY0" fmla="*/ 1800000 h 1800000"/>
              <a:gd name="csX1" fmla="*/ 0 w 1800000"/>
              <a:gd name="csY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1800000" y="1800000"/>
                </a:moveTo>
                <a:cubicBezTo>
                  <a:pt x="805887" y="1800000"/>
                  <a:pt x="0" y="994113"/>
                  <a:pt x="0" y="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  <a:miter lim="800000"/>
            <a:headEnd type="non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76664CD-A3F5-7C02-6420-863038BDBCB7}"/>
              </a:ext>
            </a:extLst>
          </p:cNvPr>
          <p:cNvSpPr>
            <a:spLocks noChangeAspect="1"/>
          </p:cNvSpPr>
          <p:nvPr/>
        </p:nvSpPr>
        <p:spPr>
          <a:xfrm>
            <a:off x="6186353" y="1655318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5576B79-75A9-A312-B4FB-FF0DC1C4774D}"/>
              </a:ext>
            </a:extLst>
          </p:cNvPr>
          <p:cNvSpPr/>
          <p:nvPr/>
        </p:nvSpPr>
        <p:spPr>
          <a:xfrm rot="1800000">
            <a:off x="6645376" y="-1229423"/>
            <a:ext cx="1800000" cy="1800000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4" fmla="*/ 1891440 w 3600000"/>
              <a:gd name="csY4" fmla="*/ 9144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0" fmla="*/ 0 w 1800000"/>
              <a:gd name="csY0" fmla="*/ 0 h 3600000"/>
              <a:gd name="csX1" fmla="*/ 1800000 w 1800000"/>
              <a:gd name="csY1" fmla="*/ 1800000 h 3600000"/>
              <a:gd name="csX2" fmla="*/ 0 w 1800000"/>
              <a:gd name="csY2" fmla="*/ 3600000 h 3600000"/>
              <a:gd name="csX0" fmla="*/ 0 w 1800000"/>
              <a:gd name="csY0" fmla="*/ 0 h 1800000"/>
              <a:gd name="csX1" fmla="*/ 1800000 w 1800000"/>
              <a:gd name="csY1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cubicBezTo>
                  <a:pt x="994113" y="0"/>
                  <a:pt x="1800000" y="805887"/>
                  <a:pt x="1800000" y="180000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4B133DB-4AD0-9B4E-8FD1-B6471D25976D}"/>
              </a:ext>
            </a:extLst>
          </p:cNvPr>
          <p:cNvSpPr>
            <a:spLocks noChangeAspect="1"/>
          </p:cNvSpPr>
          <p:nvPr/>
        </p:nvSpPr>
        <p:spPr>
          <a:xfrm>
            <a:off x="7745465" y="770400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24397ED-9E52-7EF0-2446-30C93C1B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8159" y="4173262"/>
            <a:ext cx="1296000" cy="518400"/>
          </a:xfrm>
          <a:prstGeom prst="rect">
            <a:avLst/>
          </a:prstGeom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377351A-99E2-9844-636D-802DA3372B5E}"/>
              </a:ext>
            </a:extLst>
          </p:cNvPr>
          <p:cNvCxnSpPr/>
          <p:nvPr/>
        </p:nvCxnSpPr>
        <p:spPr>
          <a:xfrm>
            <a:off x="629840" y="2680570"/>
            <a:ext cx="2949178" cy="0"/>
          </a:xfrm>
          <a:prstGeom prst="line">
            <a:avLst/>
          </a:prstGeom>
          <a:ln w="12700">
            <a:solidFill>
              <a:srgbClr val="074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9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48B70-09A1-7574-F056-3F63D7F2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F2526815-E46C-76F9-D4D7-3E4CD308B4A0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8CD5126-BF7B-9A8C-B363-C72373690D4B}"/>
              </a:ext>
            </a:extLst>
          </p:cNvPr>
          <p:cNvSpPr/>
          <p:nvPr/>
        </p:nvSpPr>
        <p:spPr>
          <a:xfrm rot="3600000">
            <a:off x="1504949" y="0"/>
            <a:ext cx="5143500" cy="5143500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958DD5A-964A-7A5B-E3F8-F5A0A31C537D}"/>
              </a:ext>
            </a:extLst>
          </p:cNvPr>
          <p:cNvSpPr>
            <a:spLocks noChangeAspect="1"/>
          </p:cNvSpPr>
          <p:nvPr/>
        </p:nvSpPr>
        <p:spPr>
          <a:xfrm>
            <a:off x="2653830" y="212350"/>
            <a:ext cx="274338" cy="274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560A7B9-4164-52EB-F067-22657D8B96FC}"/>
              </a:ext>
            </a:extLst>
          </p:cNvPr>
          <p:cNvSpPr/>
          <p:nvPr/>
        </p:nvSpPr>
        <p:spPr>
          <a:xfrm>
            <a:off x="2171574" y="2555787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3600000 w 3691440"/>
              <a:gd name="csY0" fmla="*/ 1800000 h 3600000"/>
              <a:gd name="csX1" fmla="*/ 1800000 w 3691440"/>
              <a:gd name="csY1" fmla="*/ 3600000 h 3600000"/>
              <a:gd name="csX2" fmla="*/ 0 w 3691440"/>
              <a:gd name="csY2" fmla="*/ 1800000 h 3600000"/>
              <a:gd name="csX3" fmla="*/ 1800000 w 3691440"/>
              <a:gd name="csY3" fmla="*/ 0 h 3600000"/>
              <a:gd name="csX4" fmla="*/ 3691440 w 3691440"/>
              <a:gd name="csY4" fmla="*/ 1891440 h 3600000"/>
              <a:gd name="csX0" fmla="*/ 3600000 w 3600000"/>
              <a:gd name="csY0" fmla="*/ 1800000 h 3600000"/>
              <a:gd name="csX1" fmla="*/ 1800000 w 3600000"/>
              <a:gd name="csY1" fmla="*/ 3600000 h 3600000"/>
              <a:gd name="csX2" fmla="*/ 0 w 3600000"/>
              <a:gd name="csY2" fmla="*/ 1800000 h 3600000"/>
              <a:gd name="csX3" fmla="*/ 1800000 w 3600000"/>
              <a:gd name="csY3" fmla="*/ 0 h 3600000"/>
              <a:gd name="csX0" fmla="*/ 3600000 w 3600000"/>
              <a:gd name="csY0" fmla="*/ 0 h 1800000"/>
              <a:gd name="csX1" fmla="*/ 1800000 w 3600000"/>
              <a:gd name="csY1" fmla="*/ 1800000 h 1800000"/>
              <a:gd name="csX2" fmla="*/ 0 w 3600000"/>
              <a:gd name="csY2" fmla="*/ 0 h 1800000"/>
              <a:gd name="csX0" fmla="*/ 1800000 w 1800000"/>
              <a:gd name="csY0" fmla="*/ 1800000 h 1800000"/>
              <a:gd name="csX1" fmla="*/ 0 w 1800000"/>
              <a:gd name="csY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1800000" y="1800000"/>
                </a:moveTo>
                <a:cubicBezTo>
                  <a:pt x="805887" y="1800000"/>
                  <a:pt x="0" y="994113"/>
                  <a:pt x="0" y="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  <a:miter lim="800000"/>
            <a:headEnd type="non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A6527AD-4481-CB08-A295-E8722E82EB27}"/>
              </a:ext>
            </a:extLst>
          </p:cNvPr>
          <p:cNvSpPr>
            <a:spLocks noChangeAspect="1"/>
          </p:cNvSpPr>
          <p:nvPr/>
        </p:nvSpPr>
        <p:spPr>
          <a:xfrm>
            <a:off x="3939530" y="4323742"/>
            <a:ext cx="274338" cy="274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91B23AC-F452-5383-8CF7-E42BDE693E18}"/>
              </a:ext>
            </a:extLst>
          </p:cNvPr>
          <p:cNvSpPr/>
          <p:nvPr/>
        </p:nvSpPr>
        <p:spPr>
          <a:xfrm rot="1800000">
            <a:off x="4425361" y="1270526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4" fmla="*/ 1891440 w 3600000"/>
              <a:gd name="csY4" fmla="*/ 9144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0" fmla="*/ 0 w 1800000"/>
              <a:gd name="csY0" fmla="*/ 0 h 3600000"/>
              <a:gd name="csX1" fmla="*/ 1800000 w 1800000"/>
              <a:gd name="csY1" fmla="*/ 1800000 h 3600000"/>
              <a:gd name="csX2" fmla="*/ 0 w 1800000"/>
              <a:gd name="csY2" fmla="*/ 3600000 h 3600000"/>
              <a:gd name="csX0" fmla="*/ 0 w 1800000"/>
              <a:gd name="csY0" fmla="*/ 0 h 1800000"/>
              <a:gd name="csX1" fmla="*/ 1800000 w 1800000"/>
              <a:gd name="csY1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cubicBezTo>
                  <a:pt x="994113" y="0"/>
                  <a:pt x="1800000" y="805887"/>
                  <a:pt x="1800000" y="180000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E96BBEE-787B-6098-F22B-F521690BB7CD}"/>
              </a:ext>
            </a:extLst>
          </p:cNvPr>
          <p:cNvSpPr>
            <a:spLocks noChangeAspect="1"/>
          </p:cNvSpPr>
          <p:nvPr/>
        </p:nvSpPr>
        <p:spPr>
          <a:xfrm>
            <a:off x="5589698" y="3387143"/>
            <a:ext cx="274338" cy="274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BD665A92-358D-AAB8-59E6-F14A18A36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6600" y="1450520"/>
            <a:ext cx="2860198" cy="1181952"/>
          </a:xfrm>
        </p:spPr>
        <p:txBody>
          <a:bodyPr>
            <a:normAutofit/>
          </a:bodyPr>
          <a:lstStyle/>
          <a:p>
            <a:r>
              <a:rPr lang="es-MX" sz="2800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sz="2800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EC18190-0B68-2EF1-EB5B-51136F98F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6600" y="2701528"/>
            <a:ext cx="2860198" cy="902876"/>
          </a:xfrm>
        </p:spPr>
        <p:txBody>
          <a:bodyPr/>
          <a:lstStyle/>
          <a:p>
            <a:r>
              <a:rPr lang="es-MX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subtítulo</a:t>
            </a:r>
            <a:endParaRPr lang="es-CO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Elipse 5">
            <a:extLst>
              <a:ext uri="{FF2B5EF4-FFF2-40B4-BE49-F238E27FC236}">
                <a16:creationId xmlns:a16="http://schemas.microsoft.com/office/drawing/2014/main" id="{7E3A8F5F-3039-1B41-1E76-82C6A95F8FED}"/>
              </a:ext>
            </a:extLst>
          </p:cNvPr>
          <p:cNvSpPr/>
          <p:nvPr/>
        </p:nvSpPr>
        <p:spPr>
          <a:xfrm rot="11477917">
            <a:off x="847531" y="-641494"/>
            <a:ext cx="6426488" cy="6426488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E9AC17EB-E4EE-0A83-381A-2F9FD41CD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377" y="3906878"/>
            <a:ext cx="1728000" cy="69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6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383A-E8A6-F24F-8D2B-54F33C65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1182ACE-2CD1-C894-B00B-6271BDA142B5}"/>
              </a:ext>
            </a:extLst>
          </p:cNvPr>
          <p:cNvSpPr/>
          <p:nvPr/>
        </p:nvSpPr>
        <p:spPr>
          <a:xfrm rot="10800000">
            <a:off x="6034067" y="504813"/>
            <a:ext cx="5384053" cy="1675271"/>
          </a:xfrm>
          <a:prstGeom prst="roundRect">
            <a:avLst>
              <a:gd name="adj" fmla="val 50000"/>
            </a:avLst>
          </a:prstGeom>
          <a:gradFill flip="none" rotWithShape="0">
            <a:gsLst>
              <a:gs pos="0">
                <a:srgbClr val="C637D7"/>
              </a:gs>
              <a:gs pos="60000">
                <a:srgbClr val="6D8AEF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67661B-30CF-2D36-8724-2945733D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504813"/>
            <a:ext cx="4706434" cy="479210"/>
          </a:xfrm>
        </p:spPr>
        <p:txBody>
          <a:bodyPr anchor="ctr" anchorCtr="0"/>
          <a:lstStyle/>
          <a:p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62B445-C7C4-553D-7DB9-0361BBCF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32856"/>
            <a:ext cx="5143162" cy="762789"/>
          </a:xfrm>
        </p:spPr>
        <p:txBody>
          <a:bodyPr spcCol="1080000">
            <a:noAutofit/>
          </a:bodyPr>
          <a:lstStyle/>
          <a:p>
            <a:pPr>
              <a:lnSpc>
                <a:spcPts val="1400"/>
              </a:lnSpc>
            </a:pP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BBD51A2F-F8D9-3CFB-F177-CB76BE550ABC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1BC854E-7130-AAEF-C7EB-9A3389EEB90D}"/>
              </a:ext>
            </a:extLst>
          </p:cNvPr>
          <p:cNvSpPr txBox="1"/>
          <p:nvPr/>
        </p:nvSpPr>
        <p:spPr>
          <a:xfrm>
            <a:off x="629841" y="2644905"/>
            <a:ext cx="7884318" cy="771750"/>
          </a:xfrm>
          <a:prstGeom prst="rect">
            <a:avLst/>
          </a:prstGeom>
          <a:noFill/>
        </p:spPr>
        <p:txBody>
          <a:bodyPr wrap="square" numCol="1" spcCol="72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FD28D4-02E1-59CC-D161-0589714D36DE}"/>
              </a:ext>
            </a:extLst>
          </p:cNvPr>
          <p:cNvSpPr txBox="1"/>
          <p:nvPr/>
        </p:nvSpPr>
        <p:spPr>
          <a:xfrm>
            <a:off x="629840" y="2306351"/>
            <a:ext cx="2949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Encabezado</a:t>
            </a:r>
            <a:endParaRPr lang="es-CO" sz="1600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34EBB21-56D7-528B-4666-8F8D649DD3AB}"/>
              </a:ext>
            </a:extLst>
          </p:cNvPr>
          <p:cNvCxnSpPr>
            <a:cxnSpLocks/>
          </p:cNvCxnSpPr>
          <p:nvPr/>
        </p:nvCxnSpPr>
        <p:spPr>
          <a:xfrm>
            <a:off x="629840" y="2145398"/>
            <a:ext cx="4706435" cy="0"/>
          </a:xfrm>
          <a:prstGeom prst="line">
            <a:avLst/>
          </a:prstGeom>
          <a:ln w="12700">
            <a:solidFill>
              <a:srgbClr val="074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posición de imagen 35">
            <a:extLst>
              <a:ext uri="{FF2B5EF4-FFF2-40B4-BE49-F238E27FC236}">
                <a16:creationId xmlns:a16="http://schemas.microsoft.com/office/drawing/2014/main" id="{C8D51E53-1B8F-B30B-E808-5D054DF5A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32310" y="504815"/>
            <a:ext cx="1675272" cy="1675271"/>
          </a:xfrm>
          <a:prstGeom prst="ellipse">
            <a:avLst/>
          </a:prstGeom>
          <a:solidFill>
            <a:srgbClr val="00C8FF"/>
          </a:solidFill>
        </p:spPr>
        <p:txBody>
          <a:bodyPr/>
          <a:lstStyle/>
          <a:p>
            <a:endParaRPr lang="es-CO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81EB06DB-CB49-156A-D6AD-949B112A4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8159" y="4173262"/>
            <a:ext cx="1296000" cy="518400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C0CB67D7-1517-FAC4-7DBE-E1430C693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2050360" y="3691970"/>
            <a:ext cx="1697018" cy="481291"/>
          </a:xfrm>
          <a:prstGeom prst="rect">
            <a:avLst/>
          </a:prstGeom>
        </p:spPr>
      </p:pic>
      <p:grpSp>
        <p:nvGrpSpPr>
          <p:cNvPr id="60" name="Grupo 59">
            <a:extLst>
              <a:ext uri="{FF2B5EF4-FFF2-40B4-BE49-F238E27FC236}">
                <a16:creationId xmlns:a16="http://schemas.microsoft.com/office/drawing/2014/main" id="{922632CD-C8C0-ACC8-7F4F-F2C179B34531}"/>
              </a:ext>
            </a:extLst>
          </p:cNvPr>
          <p:cNvGrpSpPr/>
          <p:nvPr/>
        </p:nvGrpSpPr>
        <p:grpSpPr>
          <a:xfrm>
            <a:off x="3698578" y="3560783"/>
            <a:ext cx="1364232" cy="331905"/>
            <a:chOff x="2524726" y="3560783"/>
            <a:chExt cx="1364232" cy="331905"/>
          </a:xfrm>
        </p:grpSpPr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6CD6E957-4843-88E0-4C2F-028A2D7D3ACA}"/>
                </a:ext>
              </a:extLst>
            </p:cNvPr>
            <p:cNvSpPr/>
            <p:nvPr/>
          </p:nvSpPr>
          <p:spPr>
            <a:xfrm>
              <a:off x="2524726" y="3560783"/>
              <a:ext cx="1364232" cy="331905"/>
            </a:xfrm>
            <a:prstGeom prst="roundRect">
              <a:avLst>
                <a:gd name="adj" fmla="val 50000"/>
              </a:avLst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E62953F-0D6F-57C2-32D2-AABBF0F465DE}"/>
                </a:ext>
              </a:extLst>
            </p:cNvPr>
            <p:cNvSpPr txBox="1"/>
            <p:nvPr/>
          </p:nvSpPr>
          <p:spPr>
            <a:xfrm>
              <a:off x="2582578" y="3616913"/>
              <a:ext cx="12376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9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Item</a:t>
              </a:r>
              <a:r>
                <a:rPr lang="es-MX" sz="9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1</a:t>
              </a:r>
              <a:endParaRPr lang="es-CO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8EE45B36-2D9C-99B2-3EA5-025884ADE6FD}"/>
              </a:ext>
            </a:extLst>
          </p:cNvPr>
          <p:cNvGrpSpPr/>
          <p:nvPr/>
        </p:nvGrpSpPr>
        <p:grpSpPr>
          <a:xfrm>
            <a:off x="4526093" y="3993524"/>
            <a:ext cx="1364232" cy="331905"/>
            <a:chOff x="2524726" y="3993524"/>
            <a:chExt cx="1364232" cy="331905"/>
          </a:xfrm>
        </p:grpSpPr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AC1EFC03-AD98-77FF-4FE9-3E9844DCE062}"/>
                </a:ext>
              </a:extLst>
            </p:cNvPr>
            <p:cNvSpPr/>
            <p:nvPr/>
          </p:nvSpPr>
          <p:spPr>
            <a:xfrm>
              <a:off x="2524726" y="3993524"/>
              <a:ext cx="1364232" cy="331905"/>
            </a:xfrm>
            <a:prstGeom prst="roundRect">
              <a:avLst>
                <a:gd name="adj" fmla="val 50000"/>
              </a:avLst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513EEEED-B05A-E735-B529-802595E6E2FC}"/>
                </a:ext>
              </a:extLst>
            </p:cNvPr>
            <p:cNvSpPr txBox="1"/>
            <p:nvPr/>
          </p:nvSpPr>
          <p:spPr>
            <a:xfrm>
              <a:off x="2582578" y="4044060"/>
              <a:ext cx="12376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9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Item</a:t>
              </a:r>
              <a:r>
                <a:rPr lang="es-MX" sz="9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2</a:t>
              </a:r>
              <a:endParaRPr lang="es-CO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F4EB2CB1-22AF-86CA-7C83-7659B21D3DDD}"/>
              </a:ext>
            </a:extLst>
          </p:cNvPr>
          <p:cNvGrpSpPr/>
          <p:nvPr/>
        </p:nvGrpSpPr>
        <p:grpSpPr>
          <a:xfrm>
            <a:off x="749400" y="3993524"/>
            <a:ext cx="1364232" cy="331905"/>
            <a:chOff x="749400" y="3993524"/>
            <a:chExt cx="1364232" cy="331905"/>
          </a:xfrm>
        </p:grpSpPr>
        <p:sp>
          <p:nvSpPr>
            <p:cNvPr id="64" name="Rectángulo: esquinas redondeadas 63">
              <a:extLst>
                <a:ext uri="{FF2B5EF4-FFF2-40B4-BE49-F238E27FC236}">
                  <a16:creationId xmlns:a16="http://schemas.microsoft.com/office/drawing/2014/main" id="{7D2EB450-DB1F-B8A2-B0E5-7384BB3CCE90}"/>
                </a:ext>
              </a:extLst>
            </p:cNvPr>
            <p:cNvSpPr/>
            <p:nvPr/>
          </p:nvSpPr>
          <p:spPr>
            <a:xfrm>
              <a:off x="749400" y="3993524"/>
              <a:ext cx="1364232" cy="33190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637D7"/>
                </a:gs>
                <a:gs pos="60000">
                  <a:srgbClr val="6D8AEF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16784210-4711-024D-BC79-02637C0D1541}"/>
                </a:ext>
              </a:extLst>
            </p:cNvPr>
            <p:cNvSpPr txBox="1"/>
            <p:nvPr/>
          </p:nvSpPr>
          <p:spPr>
            <a:xfrm>
              <a:off x="812672" y="4044060"/>
              <a:ext cx="12376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9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Promesa de valor</a:t>
              </a:r>
              <a:endParaRPr lang="es-CO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66" name="Gráfico 65">
            <a:extLst>
              <a:ext uri="{FF2B5EF4-FFF2-40B4-BE49-F238E27FC236}">
                <a16:creationId xmlns:a16="http://schemas.microsoft.com/office/drawing/2014/main" id="{65BB0327-41B8-69A0-8A6F-3B2A31328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0509" y="4150043"/>
            <a:ext cx="1697018" cy="481291"/>
          </a:xfrm>
          <a:prstGeom prst="rect">
            <a:avLst/>
          </a:prstGeom>
        </p:spPr>
      </p:pic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85570984-8181-2C86-D444-34BAC5010174}"/>
              </a:ext>
            </a:extLst>
          </p:cNvPr>
          <p:cNvCxnSpPr>
            <a:stCxn id="52" idx="1"/>
            <a:endCxn id="64" idx="3"/>
          </p:cNvCxnSpPr>
          <p:nvPr/>
        </p:nvCxnSpPr>
        <p:spPr>
          <a:xfrm flipH="1">
            <a:off x="2113632" y="4159477"/>
            <a:ext cx="2412461" cy="0"/>
          </a:xfrm>
          <a:prstGeom prst="line">
            <a:avLst/>
          </a:prstGeom>
          <a:ln w="12700">
            <a:solidFill>
              <a:srgbClr val="1433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B3D2007B-1CD7-E3D9-ECB0-FF10023E4DD2}"/>
              </a:ext>
            </a:extLst>
          </p:cNvPr>
          <p:cNvGrpSpPr/>
          <p:nvPr/>
        </p:nvGrpSpPr>
        <p:grpSpPr>
          <a:xfrm>
            <a:off x="4156909" y="4432313"/>
            <a:ext cx="1364232" cy="331905"/>
            <a:chOff x="2524726" y="4432313"/>
            <a:chExt cx="1364232" cy="331905"/>
          </a:xfrm>
        </p:grpSpPr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ED6A286C-A686-6784-A3BF-9957A3A3CB1D}"/>
                </a:ext>
              </a:extLst>
            </p:cNvPr>
            <p:cNvSpPr/>
            <p:nvPr/>
          </p:nvSpPr>
          <p:spPr>
            <a:xfrm>
              <a:off x="2524726" y="4432313"/>
              <a:ext cx="1364232" cy="331905"/>
            </a:xfrm>
            <a:prstGeom prst="roundRect">
              <a:avLst>
                <a:gd name="adj" fmla="val 50000"/>
              </a:avLst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6D796074-4F3B-426A-1C24-29BC2980CD22}"/>
                </a:ext>
              </a:extLst>
            </p:cNvPr>
            <p:cNvSpPr txBox="1"/>
            <p:nvPr/>
          </p:nvSpPr>
          <p:spPr>
            <a:xfrm>
              <a:off x="2582578" y="4482849"/>
              <a:ext cx="12376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9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Item</a:t>
              </a:r>
              <a:r>
                <a:rPr lang="es-MX" sz="9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3</a:t>
              </a:r>
              <a:endParaRPr lang="es-CO" sz="7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26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7097-E15A-FE01-47C5-BCC2DF5D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E8C57-5CE4-89A4-3A12-81131017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676" y="433816"/>
            <a:ext cx="4112418" cy="1200150"/>
          </a:xfrm>
        </p:spPr>
        <p:txBody>
          <a:bodyPr/>
          <a:lstStyle/>
          <a:p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84120A-4D95-7D18-FBE7-EB061747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7676" y="1800001"/>
            <a:ext cx="4112418" cy="629841"/>
          </a:xfrm>
        </p:spPr>
        <p:txBody>
          <a:bodyPr spcCol="1080000"/>
          <a:lstStyle/>
          <a:p>
            <a:pPr>
              <a:lnSpc>
                <a:spcPts val="1400"/>
              </a:lnSpc>
            </a:pP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854FA7A7-F982-122D-F75E-3C5D7A58E228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3714F2-66EA-61BF-4766-0A38B7ED5E23}"/>
              </a:ext>
            </a:extLst>
          </p:cNvPr>
          <p:cNvSpPr txBox="1"/>
          <p:nvPr/>
        </p:nvSpPr>
        <p:spPr>
          <a:xfrm>
            <a:off x="4257676" y="3185160"/>
            <a:ext cx="4112418" cy="1524524"/>
          </a:xfrm>
          <a:prstGeom prst="rect">
            <a:avLst/>
          </a:prstGeom>
          <a:noFill/>
        </p:spPr>
        <p:txBody>
          <a:bodyPr wrap="square" numCol="1" spcCol="72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Sed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873636-6C4C-EDFD-849E-F7E2B898AAF7}"/>
              </a:ext>
            </a:extLst>
          </p:cNvPr>
          <p:cNvSpPr txBox="1"/>
          <p:nvPr/>
        </p:nvSpPr>
        <p:spPr>
          <a:xfrm>
            <a:off x="4257675" y="2846606"/>
            <a:ext cx="4112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Encabezado</a:t>
            </a:r>
            <a:endParaRPr lang="es-CO" sz="1600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E340C745-A98F-F68D-0BB7-A5A2900AA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383" y="433816"/>
            <a:ext cx="1296000" cy="518400"/>
          </a:xfrm>
          <a:prstGeom prst="rect">
            <a:avLst/>
          </a:prstGeom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36082DE-1EC2-8766-EBD9-289D90D1CFEF}"/>
              </a:ext>
            </a:extLst>
          </p:cNvPr>
          <p:cNvCxnSpPr>
            <a:cxnSpLocks/>
          </p:cNvCxnSpPr>
          <p:nvPr/>
        </p:nvCxnSpPr>
        <p:spPr>
          <a:xfrm>
            <a:off x="4257675" y="2680570"/>
            <a:ext cx="4112418" cy="0"/>
          </a:xfrm>
          <a:prstGeom prst="line">
            <a:avLst/>
          </a:prstGeom>
          <a:ln w="12700">
            <a:solidFill>
              <a:srgbClr val="074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C03324E-C19B-B2CB-E78D-4BE96023D4DB}"/>
              </a:ext>
            </a:extLst>
          </p:cNvPr>
          <p:cNvSpPr/>
          <p:nvPr/>
        </p:nvSpPr>
        <p:spPr>
          <a:xfrm rot="18000000">
            <a:off x="-640267" y="2057821"/>
            <a:ext cx="5504174" cy="1675271"/>
          </a:xfrm>
          <a:prstGeom prst="roundRect">
            <a:avLst>
              <a:gd name="adj" fmla="val 50000"/>
            </a:avLst>
          </a:prstGeom>
          <a:gradFill flip="none" rotWithShape="0">
            <a:gsLst>
              <a:gs pos="0">
                <a:srgbClr val="C637D7"/>
              </a:gs>
              <a:gs pos="60000">
                <a:srgbClr val="6D8AEF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pic>
        <p:nvPicPr>
          <p:cNvPr id="20" name="Imagen 19" descr="Un hombre con los brazos cruzados&#10;&#10;El contenido generado por IA puede ser incorrecto.">
            <a:extLst>
              <a:ext uri="{FF2B5EF4-FFF2-40B4-BE49-F238E27FC236}">
                <a16:creationId xmlns:a16="http://schemas.microsoft.com/office/drawing/2014/main" id="{6E153492-E3FD-F513-190E-16CA6F4B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15" t="7873" r="27367"/>
          <a:stretch>
            <a:fillRect/>
          </a:stretch>
        </p:blipFill>
        <p:spPr>
          <a:xfrm>
            <a:off x="822722" y="1019175"/>
            <a:ext cx="2949178" cy="41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5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2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D4E5B-A38A-6C1B-4ADF-0FF50019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E605241-8894-7FB7-EAA5-B22AC762DCE2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5D3E5D8-874A-27AE-130E-7A8433EA7DD6}"/>
              </a:ext>
            </a:extLst>
          </p:cNvPr>
          <p:cNvSpPr/>
          <p:nvPr/>
        </p:nvSpPr>
        <p:spPr>
          <a:xfrm rot="3600000">
            <a:off x="1504949" y="0"/>
            <a:ext cx="5143500" cy="5143500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8879F45-6D96-C9D7-4FB3-51B38B7A3F3F}"/>
              </a:ext>
            </a:extLst>
          </p:cNvPr>
          <p:cNvSpPr>
            <a:spLocks noChangeAspect="1"/>
          </p:cNvSpPr>
          <p:nvPr/>
        </p:nvSpPr>
        <p:spPr>
          <a:xfrm>
            <a:off x="2653830" y="212350"/>
            <a:ext cx="274338" cy="27433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1F79F43-50CA-A477-2F8D-4810D5CCB344}"/>
              </a:ext>
            </a:extLst>
          </p:cNvPr>
          <p:cNvSpPr/>
          <p:nvPr/>
        </p:nvSpPr>
        <p:spPr>
          <a:xfrm>
            <a:off x="2171574" y="2555787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3600000 w 3691440"/>
              <a:gd name="csY0" fmla="*/ 1800000 h 3600000"/>
              <a:gd name="csX1" fmla="*/ 1800000 w 3691440"/>
              <a:gd name="csY1" fmla="*/ 3600000 h 3600000"/>
              <a:gd name="csX2" fmla="*/ 0 w 3691440"/>
              <a:gd name="csY2" fmla="*/ 1800000 h 3600000"/>
              <a:gd name="csX3" fmla="*/ 1800000 w 3691440"/>
              <a:gd name="csY3" fmla="*/ 0 h 3600000"/>
              <a:gd name="csX4" fmla="*/ 3691440 w 3691440"/>
              <a:gd name="csY4" fmla="*/ 1891440 h 3600000"/>
              <a:gd name="csX0" fmla="*/ 3600000 w 3600000"/>
              <a:gd name="csY0" fmla="*/ 1800000 h 3600000"/>
              <a:gd name="csX1" fmla="*/ 1800000 w 3600000"/>
              <a:gd name="csY1" fmla="*/ 3600000 h 3600000"/>
              <a:gd name="csX2" fmla="*/ 0 w 3600000"/>
              <a:gd name="csY2" fmla="*/ 1800000 h 3600000"/>
              <a:gd name="csX3" fmla="*/ 1800000 w 3600000"/>
              <a:gd name="csY3" fmla="*/ 0 h 3600000"/>
              <a:gd name="csX0" fmla="*/ 3600000 w 3600000"/>
              <a:gd name="csY0" fmla="*/ 0 h 1800000"/>
              <a:gd name="csX1" fmla="*/ 1800000 w 3600000"/>
              <a:gd name="csY1" fmla="*/ 1800000 h 1800000"/>
              <a:gd name="csX2" fmla="*/ 0 w 3600000"/>
              <a:gd name="csY2" fmla="*/ 0 h 1800000"/>
              <a:gd name="csX0" fmla="*/ 1800000 w 1800000"/>
              <a:gd name="csY0" fmla="*/ 1800000 h 1800000"/>
              <a:gd name="csX1" fmla="*/ 0 w 1800000"/>
              <a:gd name="csY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1800000" y="1800000"/>
                </a:moveTo>
                <a:cubicBezTo>
                  <a:pt x="805887" y="1800000"/>
                  <a:pt x="0" y="994113"/>
                  <a:pt x="0" y="0"/>
                </a:cubicBezTo>
              </a:path>
            </a:pathLst>
          </a:custGeom>
          <a:noFill/>
          <a:ln w="254000" cap="rnd" cmpd="sng">
            <a:solidFill>
              <a:srgbClr val="00C8FF"/>
            </a:solidFill>
            <a:miter lim="800000"/>
            <a:headEnd type="non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BEF6762-629E-C06C-F718-413DEC005D12}"/>
              </a:ext>
            </a:extLst>
          </p:cNvPr>
          <p:cNvSpPr>
            <a:spLocks noChangeAspect="1"/>
          </p:cNvSpPr>
          <p:nvPr/>
        </p:nvSpPr>
        <p:spPr>
          <a:xfrm>
            <a:off x="3939530" y="4323742"/>
            <a:ext cx="274338" cy="274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5546412-CB94-63C6-48A6-2B8436399B88}"/>
              </a:ext>
            </a:extLst>
          </p:cNvPr>
          <p:cNvSpPr/>
          <p:nvPr/>
        </p:nvSpPr>
        <p:spPr>
          <a:xfrm rot="1800000">
            <a:off x="4425361" y="1270526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4" fmla="*/ 1891440 w 3600000"/>
              <a:gd name="csY4" fmla="*/ 9144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0" fmla="*/ 0 w 1800000"/>
              <a:gd name="csY0" fmla="*/ 0 h 3600000"/>
              <a:gd name="csX1" fmla="*/ 1800000 w 1800000"/>
              <a:gd name="csY1" fmla="*/ 1800000 h 3600000"/>
              <a:gd name="csX2" fmla="*/ 0 w 1800000"/>
              <a:gd name="csY2" fmla="*/ 3600000 h 3600000"/>
              <a:gd name="csX0" fmla="*/ 0 w 1800000"/>
              <a:gd name="csY0" fmla="*/ 0 h 1800000"/>
              <a:gd name="csX1" fmla="*/ 1800000 w 1800000"/>
              <a:gd name="csY1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cubicBezTo>
                  <a:pt x="994113" y="0"/>
                  <a:pt x="1800000" y="805887"/>
                  <a:pt x="1800000" y="1800000"/>
                </a:cubicBezTo>
              </a:path>
            </a:pathLst>
          </a:custGeom>
          <a:noFill/>
          <a:ln w="254000" cap="rnd" cmpd="sng">
            <a:solidFill>
              <a:srgbClr val="074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BFAC2DA-04ED-8557-6612-1CAFD05FC7B3}"/>
              </a:ext>
            </a:extLst>
          </p:cNvPr>
          <p:cNvSpPr>
            <a:spLocks noChangeAspect="1"/>
          </p:cNvSpPr>
          <p:nvPr/>
        </p:nvSpPr>
        <p:spPr>
          <a:xfrm>
            <a:off x="5589698" y="3387143"/>
            <a:ext cx="274338" cy="27433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D611E53-67C0-9DCD-8645-927583D45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6600" y="1450520"/>
            <a:ext cx="2860198" cy="1181952"/>
          </a:xfrm>
        </p:spPr>
        <p:txBody>
          <a:bodyPr>
            <a:normAutofit/>
          </a:bodyPr>
          <a:lstStyle/>
          <a:p>
            <a:r>
              <a:rPr lang="es-MX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D9055FB-10D5-7D1A-2C33-B544030A9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6600" y="2701528"/>
            <a:ext cx="2860198" cy="902876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subtítulo</a:t>
            </a:r>
            <a:endParaRPr lang="es-CO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Elipse 5">
            <a:extLst>
              <a:ext uri="{FF2B5EF4-FFF2-40B4-BE49-F238E27FC236}">
                <a16:creationId xmlns:a16="http://schemas.microsoft.com/office/drawing/2014/main" id="{F4BEA735-AF5C-D4AD-3EFF-574A3F7F39E4}"/>
              </a:ext>
            </a:extLst>
          </p:cNvPr>
          <p:cNvSpPr/>
          <p:nvPr/>
        </p:nvSpPr>
        <p:spPr>
          <a:xfrm rot="11477917">
            <a:off x="847531" y="-641494"/>
            <a:ext cx="6426488" cy="6426488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solidFill>
              <a:srgbClr val="00C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572248E3-A969-D105-7D68-7820994A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377" y="3906878"/>
            <a:ext cx="1728000" cy="69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1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0188-8D7E-ADBB-02DD-92C2FDE0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E587557-9B16-12FC-F18A-1F7C1CA8B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62892" y="943319"/>
            <a:ext cx="3256862" cy="3256862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DAA744CF-55A3-E5A5-77CB-8EFBD1C62603}"/>
              </a:ext>
            </a:extLst>
          </p:cNvPr>
          <p:cNvSpPr txBox="1">
            <a:spLocks/>
          </p:cNvSpPr>
          <p:nvPr/>
        </p:nvSpPr>
        <p:spPr>
          <a:xfrm>
            <a:off x="0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278D013-843A-0CCE-E733-2B39C0F0F5DC}"/>
              </a:ext>
            </a:extLst>
          </p:cNvPr>
          <p:cNvSpPr/>
          <p:nvPr/>
        </p:nvSpPr>
        <p:spPr>
          <a:xfrm>
            <a:off x="493084" y="373511"/>
            <a:ext cx="4396478" cy="4396478"/>
          </a:xfrm>
          <a:custGeom>
            <a:avLst/>
            <a:gdLst>
              <a:gd name="csX0" fmla="*/ 0 w 4396478"/>
              <a:gd name="csY0" fmla="*/ 2198239 h 4396478"/>
              <a:gd name="csX1" fmla="*/ 2198239 w 4396478"/>
              <a:gd name="csY1" fmla="*/ 0 h 4396478"/>
              <a:gd name="csX2" fmla="*/ 4396478 w 4396478"/>
              <a:gd name="csY2" fmla="*/ 2198239 h 4396478"/>
              <a:gd name="csX3" fmla="*/ 2198239 w 4396478"/>
              <a:gd name="csY3" fmla="*/ 4396478 h 4396478"/>
              <a:gd name="csX4" fmla="*/ 0 w 4396478"/>
              <a:gd name="csY4" fmla="*/ 2198239 h 4396478"/>
              <a:gd name="csX0" fmla="*/ 2198239 w 4396478"/>
              <a:gd name="csY0" fmla="*/ 0 h 4396478"/>
              <a:gd name="csX1" fmla="*/ 4396478 w 4396478"/>
              <a:gd name="csY1" fmla="*/ 2198239 h 4396478"/>
              <a:gd name="csX2" fmla="*/ 2198239 w 4396478"/>
              <a:gd name="csY2" fmla="*/ 4396478 h 4396478"/>
              <a:gd name="csX3" fmla="*/ 0 w 4396478"/>
              <a:gd name="csY3" fmla="*/ 2198239 h 4396478"/>
              <a:gd name="csX4" fmla="*/ 2289679 w 4396478"/>
              <a:gd name="csY4" fmla="*/ 91440 h 4396478"/>
              <a:gd name="csX0" fmla="*/ 2198239 w 4396478"/>
              <a:gd name="csY0" fmla="*/ 0 h 4396478"/>
              <a:gd name="csX1" fmla="*/ 4396478 w 4396478"/>
              <a:gd name="csY1" fmla="*/ 2198239 h 4396478"/>
              <a:gd name="csX2" fmla="*/ 2198239 w 4396478"/>
              <a:gd name="csY2" fmla="*/ 4396478 h 4396478"/>
              <a:gd name="csX3" fmla="*/ 0 w 4396478"/>
              <a:gd name="csY3" fmla="*/ 2198239 h 43964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96478" h="4396478">
                <a:moveTo>
                  <a:pt x="2198239" y="0"/>
                </a:moveTo>
                <a:cubicBezTo>
                  <a:pt x="3412293" y="0"/>
                  <a:pt x="4396478" y="984185"/>
                  <a:pt x="4396478" y="2198239"/>
                </a:cubicBezTo>
                <a:cubicBezTo>
                  <a:pt x="4396478" y="3412293"/>
                  <a:pt x="3412293" y="4396478"/>
                  <a:pt x="2198239" y="4396478"/>
                </a:cubicBezTo>
                <a:cubicBezTo>
                  <a:pt x="984185" y="4396478"/>
                  <a:pt x="0" y="3412293"/>
                  <a:pt x="0" y="2198239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6F1284F-AF2A-E8D3-E1B5-EE1FBA6EC710}"/>
              </a:ext>
            </a:extLst>
          </p:cNvPr>
          <p:cNvSpPr>
            <a:spLocks noChangeAspect="1"/>
          </p:cNvSpPr>
          <p:nvPr/>
        </p:nvSpPr>
        <p:spPr>
          <a:xfrm>
            <a:off x="363484" y="2442150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8469F26-D695-8BE2-0F83-ED1153A7C8E9}"/>
              </a:ext>
            </a:extLst>
          </p:cNvPr>
          <p:cNvSpPr/>
          <p:nvPr/>
        </p:nvSpPr>
        <p:spPr>
          <a:xfrm flipH="1">
            <a:off x="2691323" y="2558106"/>
            <a:ext cx="1628431" cy="1628431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3600000 w 3691440"/>
              <a:gd name="csY0" fmla="*/ 1800000 h 3600000"/>
              <a:gd name="csX1" fmla="*/ 1800000 w 3691440"/>
              <a:gd name="csY1" fmla="*/ 3600000 h 3600000"/>
              <a:gd name="csX2" fmla="*/ 0 w 3691440"/>
              <a:gd name="csY2" fmla="*/ 1800000 h 3600000"/>
              <a:gd name="csX3" fmla="*/ 1800000 w 3691440"/>
              <a:gd name="csY3" fmla="*/ 0 h 3600000"/>
              <a:gd name="csX4" fmla="*/ 3691440 w 3691440"/>
              <a:gd name="csY4" fmla="*/ 1891440 h 3600000"/>
              <a:gd name="csX0" fmla="*/ 3600000 w 3600000"/>
              <a:gd name="csY0" fmla="*/ 1800000 h 3600000"/>
              <a:gd name="csX1" fmla="*/ 1800000 w 3600000"/>
              <a:gd name="csY1" fmla="*/ 3600000 h 3600000"/>
              <a:gd name="csX2" fmla="*/ 0 w 3600000"/>
              <a:gd name="csY2" fmla="*/ 1800000 h 3600000"/>
              <a:gd name="csX3" fmla="*/ 1800000 w 3600000"/>
              <a:gd name="csY3" fmla="*/ 0 h 3600000"/>
              <a:gd name="csX0" fmla="*/ 3600000 w 3600000"/>
              <a:gd name="csY0" fmla="*/ 0 h 1800000"/>
              <a:gd name="csX1" fmla="*/ 1800000 w 3600000"/>
              <a:gd name="csY1" fmla="*/ 1800000 h 1800000"/>
              <a:gd name="csX2" fmla="*/ 0 w 3600000"/>
              <a:gd name="csY2" fmla="*/ 0 h 1800000"/>
              <a:gd name="csX0" fmla="*/ 1800000 w 1800000"/>
              <a:gd name="csY0" fmla="*/ 1800000 h 1800000"/>
              <a:gd name="csX1" fmla="*/ 0 w 1800000"/>
              <a:gd name="csY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1800000" y="1800000"/>
                </a:moveTo>
                <a:cubicBezTo>
                  <a:pt x="805887" y="1800000"/>
                  <a:pt x="0" y="994113"/>
                  <a:pt x="0" y="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  <a:miter lim="800000"/>
            <a:headEnd type="non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7BF1682-6C17-E0EB-33F8-31B5057AE68D}"/>
              </a:ext>
            </a:extLst>
          </p:cNvPr>
          <p:cNvSpPr/>
          <p:nvPr/>
        </p:nvSpPr>
        <p:spPr>
          <a:xfrm rot="19800000" flipH="1">
            <a:off x="764867" y="1459511"/>
            <a:ext cx="1628431" cy="1628431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4" fmla="*/ 1891440 w 3600000"/>
              <a:gd name="csY4" fmla="*/ 9144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0" fmla="*/ 0 w 1800000"/>
              <a:gd name="csY0" fmla="*/ 0 h 3600000"/>
              <a:gd name="csX1" fmla="*/ 1800000 w 1800000"/>
              <a:gd name="csY1" fmla="*/ 1800000 h 3600000"/>
              <a:gd name="csX2" fmla="*/ 0 w 1800000"/>
              <a:gd name="csY2" fmla="*/ 3600000 h 3600000"/>
              <a:gd name="csX0" fmla="*/ 0 w 1800000"/>
              <a:gd name="csY0" fmla="*/ 0 h 1800000"/>
              <a:gd name="csX1" fmla="*/ 1800000 w 1800000"/>
              <a:gd name="csY1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cubicBezTo>
                  <a:pt x="994113" y="0"/>
                  <a:pt x="1800000" y="805887"/>
                  <a:pt x="1800000" y="180000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93E2FCF-099B-04E7-B621-76403A1BA87E}"/>
              </a:ext>
            </a:extLst>
          </p:cNvPr>
          <p:cNvSpPr>
            <a:spLocks noChangeAspect="1"/>
          </p:cNvSpPr>
          <p:nvPr/>
        </p:nvSpPr>
        <p:spPr>
          <a:xfrm>
            <a:off x="2560669" y="4056937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A0115E0-DE19-A96F-F1A7-01A3D0723F7E}"/>
              </a:ext>
            </a:extLst>
          </p:cNvPr>
          <p:cNvSpPr>
            <a:spLocks noChangeAspect="1"/>
          </p:cNvSpPr>
          <p:nvPr/>
        </p:nvSpPr>
        <p:spPr>
          <a:xfrm>
            <a:off x="1761992" y="1019471"/>
            <a:ext cx="259200" cy="2592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271A594F-EED5-CF9E-5C36-39D26B2A1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084" y="433816"/>
            <a:ext cx="1080000" cy="432000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37341E1-6D8D-96ED-A9B7-948FCE87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646" y="433816"/>
            <a:ext cx="3093243" cy="1200150"/>
          </a:xfrm>
        </p:spPr>
        <p:txBody>
          <a:bodyPr/>
          <a:lstStyle/>
          <a:p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Marcador de texto 3">
            <a:extLst>
              <a:ext uri="{FF2B5EF4-FFF2-40B4-BE49-F238E27FC236}">
                <a16:creationId xmlns:a16="http://schemas.microsoft.com/office/drawing/2014/main" id="{DC58E8BD-08FF-8A8B-B26C-968DCD0CD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82646" y="1800001"/>
            <a:ext cx="3093243" cy="629841"/>
          </a:xfrm>
        </p:spPr>
        <p:txBody>
          <a:bodyPr spcCol="1080000">
            <a:normAutofit fontScale="85000" lnSpcReduction="10000"/>
          </a:bodyPr>
          <a:lstStyle/>
          <a:p>
            <a:pPr>
              <a:lnSpc>
                <a:spcPts val="1400"/>
              </a:lnSpc>
            </a:pP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4254594-534F-A9FB-97E8-19106B4C7084}"/>
              </a:ext>
            </a:extLst>
          </p:cNvPr>
          <p:cNvSpPr txBox="1"/>
          <p:nvPr/>
        </p:nvSpPr>
        <p:spPr>
          <a:xfrm>
            <a:off x="5382646" y="2590003"/>
            <a:ext cx="3093243" cy="1896271"/>
          </a:xfrm>
          <a:prstGeom prst="rect">
            <a:avLst/>
          </a:prstGeom>
          <a:noFill/>
        </p:spPr>
        <p:txBody>
          <a:bodyPr wrap="square" numCol="1" spcCol="72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olor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Sed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24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B6C2A-1833-125C-2256-19C4056E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9B1074C-EE01-C98B-6968-D50431A084BF}"/>
              </a:ext>
            </a:extLst>
          </p:cNvPr>
          <p:cNvSpPr/>
          <p:nvPr/>
        </p:nvSpPr>
        <p:spPr>
          <a:xfrm>
            <a:off x="0" y="3468227"/>
            <a:ext cx="5409638" cy="1675271"/>
          </a:xfrm>
          <a:prstGeom prst="roundRect">
            <a:avLst>
              <a:gd name="adj" fmla="val 50000"/>
            </a:avLst>
          </a:prstGeom>
          <a:gradFill flip="none" rotWithShape="0">
            <a:gsLst>
              <a:gs pos="0">
                <a:srgbClr val="C637D7"/>
              </a:gs>
              <a:gs pos="60000">
                <a:srgbClr val="6D8AEF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0B83E34-86A9-4284-6892-D2B6834EF451}"/>
              </a:ext>
            </a:extLst>
          </p:cNvPr>
          <p:cNvSpPr/>
          <p:nvPr/>
        </p:nvSpPr>
        <p:spPr>
          <a:xfrm>
            <a:off x="-1" y="3468223"/>
            <a:ext cx="1675272" cy="1675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AA173B3E-DD75-6F41-D7C7-7CAF15F1460D}"/>
              </a:ext>
            </a:extLst>
          </p:cNvPr>
          <p:cNvSpPr/>
          <p:nvPr/>
        </p:nvSpPr>
        <p:spPr>
          <a:xfrm>
            <a:off x="5601548" y="3468227"/>
            <a:ext cx="1675272" cy="1675271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sp>
        <p:nvSpPr>
          <p:cNvPr id="36" name="Marcador de posición de imagen 35">
            <a:extLst>
              <a:ext uri="{FF2B5EF4-FFF2-40B4-BE49-F238E27FC236}">
                <a16:creationId xmlns:a16="http://schemas.microsoft.com/office/drawing/2014/main" id="{6633C97C-9183-969F-BFA8-B892DAC92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800774" y="3468225"/>
            <a:ext cx="1675272" cy="1675271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s-CO"/>
          </a:p>
        </p:txBody>
      </p:sp>
      <p:sp>
        <p:nvSpPr>
          <p:cNvPr id="42" name="Título 1">
            <a:extLst>
              <a:ext uri="{FF2B5EF4-FFF2-40B4-BE49-F238E27FC236}">
                <a16:creationId xmlns:a16="http://schemas.microsoft.com/office/drawing/2014/main" id="{4C6AC5AC-C9D2-2A6D-EF99-808C1778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590" y="433816"/>
            <a:ext cx="7276819" cy="472633"/>
          </a:xfrm>
        </p:spPr>
        <p:txBody>
          <a:bodyPr/>
          <a:lstStyle/>
          <a:p>
            <a:pPr algn="ctr"/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Marcador de texto 3">
            <a:extLst>
              <a:ext uri="{FF2B5EF4-FFF2-40B4-BE49-F238E27FC236}">
                <a16:creationId xmlns:a16="http://schemas.microsoft.com/office/drawing/2014/main" id="{AE5286ED-715F-05FD-69BE-E1AF1B434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589" y="1098812"/>
            <a:ext cx="7276819" cy="1472938"/>
          </a:xfrm>
        </p:spPr>
        <p:txBody>
          <a:bodyPr spcCol="1080000">
            <a:noAutofit/>
          </a:bodyPr>
          <a:lstStyle/>
          <a:p>
            <a:pPr algn="ctr">
              <a:lnSpc>
                <a:spcPts val="1400"/>
              </a:lnSpc>
            </a:pP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Sed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ctr">
              <a:lnSpc>
                <a:spcPts val="1400"/>
              </a:lnSpc>
            </a:pP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 ut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natus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error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accusantium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doloremque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laudantium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rem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aperiam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eaque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ipsa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ab illo inventore veritatis et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quasi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architecto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beatae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vitae dicta sunt </a:t>
            </a:r>
            <a:r>
              <a:rPr lang="es-CO" sz="10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explicabo</a:t>
            </a:r>
            <a:r>
              <a:rPr lang="es-CO" sz="10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E9D28976-DA97-5A3C-3AEA-6DBD64B6D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7246" y="4089860"/>
            <a:ext cx="1080000" cy="432000"/>
          </a:xfrm>
          <a:prstGeom prst="rect">
            <a:avLst/>
          </a:prstGeom>
        </p:spPr>
      </p:pic>
      <p:sp>
        <p:nvSpPr>
          <p:cNvPr id="130" name="Forma libre: forma 129">
            <a:extLst>
              <a:ext uri="{FF2B5EF4-FFF2-40B4-BE49-F238E27FC236}">
                <a16:creationId xmlns:a16="http://schemas.microsoft.com/office/drawing/2014/main" id="{B3A43CCB-79EC-4AE9-AC4D-E4FCA5F762DE}"/>
              </a:ext>
            </a:extLst>
          </p:cNvPr>
          <p:cNvSpPr/>
          <p:nvPr/>
        </p:nvSpPr>
        <p:spPr>
          <a:xfrm>
            <a:off x="3640844" y="2767400"/>
            <a:ext cx="1870465" cy="370357"/>
          </a:xfrm>
          <a:custGeom>
            <a:avLst/>
            <a:gdLst>
              <a:gd name="csX0" fmla="*/ 176893 w 1870465"/>
              <a:gd name="csY0" fmla="*/ 0 h 370357"/>
              <a:gd name="csX1" fmla="*/ 1693572 w 1870465"/>
              <a:gd name="csY1" fmla="*/ 0 h 370357"/>
              <a:gd name="csX2" fmla="*/ 1870466 w 1870465"/>
              <a:gd name="csY2" fmla="*/ 185179 h 370357"/>
              <a:gd name="csX3" fmla="*/ 1870466 w 1870465"/>
              <a:gd name="csY3" fmla="*/ 185179 h 370357"/>
              <a:gd name="csX4" fmla="*/ 1693572 w 1870465"/>
              <a:gd name="csY4" fmla="*/ 370357 h 370357"/>
              <a:gd name="csX5" fmla="*/ 176893 w 1870465"/>
              <a:gd name="csY5" fmla="*/ 370357 h 370357"/>
              <a:gd name="csX6" fmla="*/ 0 w 1870465"/>
              <a:gd name="csY6" fmla="*/ 185179 h 370357"/>
              <a:gd name="csX7" fmla="*/ 0 w 1870465"/>
              <a:gd name="csY7" fmla="*/ 185179 h 370357"/>
              <a:gd name="csX8" fmla="*/ 176893 w 1870465"/>
              <a:gd name="csY8" fmla="*/ 0 h 3703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70465" h="370357">
                <a:moveTo>
                  <a:pt x="176893" y="0"/>
                </a:moveTo>
                <a:lnTo>
                  <a:pt x="1693572" y="0"/>
                </a:lnTo>
                <a:cubicBezTo>
                  <a:pt x="1791291" y="0"/>
                  <a:pt x="1870466" y="82923"/>
                  <a:pt x="1870466" y="185179"/>
                </a:cubicBezTo>
                <a:lnTo>
                  <a:pt x="1870466" y="185179"/>
                </a:lnTo>
                <a:cubicBezTo>
                  <a:pt x="1870466" y="287435"/>
                  <a:pt x="1791291" y="370357"/>
                  <a:pt x="1693572" y="370357"/>
                </a:cubicBezTo>
                <a:lnTo>
                  <a:pt x="176893" y="370357"/>
                </a:lnTo>
                <a:cubicBezTo>
                  <a:pt x="79175" y="370357"/>
                  <a:pt x="0" y="287435"/>
                  <a:pt x="0" y="185179"/>
                </a:cubicBezTo>
                <a:lnTo>
                  <a:pt x="0" y="185179"/>
                </a:lnTo>
                <a:cubicBezTo>
                  <a:pt x="0" y="82923"/>
                  <a:pt x="79175" y="0"/>
                  <a:pt x="176893" y="0"/>
                </a:cubicBezTo>
                <a:close/>
              </a:path>
            </a:pathLst>
          </a:custGeom>
          <a:solidFill>
            <a:srgbClr val="14336A"/>
          </a:solidFill>
          <a:ln w="6551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grpSp>
        <p:nvGrpSpPr>
          <p:cNvPr id="131" name="Gráfico 49">
            <a:extLst>
              <a:ext uri="{FF2B5EF4-FFF2-40B4-BE49-F238E27FC236}">
                <a16:creationId xmlns:a16="http://schemas.microsoft.com/office/drawing/2014/main" id="{5E6815C6-ED11-3B54-12A0-2261885594C8}"/>
              </a:ext>
            </a:extLst>
          </p:cNvPr>
          <p:cNvGrpSpPr/>
          <p:nvPr/>
        </p:nvGrpSpPr>
        <p:grpSpPr>
          <a:xfrm>
            <a:off x="3634925" y="2764102"/>
            <a:ext cx="1674079" cy="374829"/>
            <a:chOff x="3634925" y="2764102"/>
            <a:chExt cx="1674079" cy="374829"/>
          </a:xfrm>
        </p:grpSpPr>
        <p:sp>
          <p:nvSpPr>
            <p:cNvPr id="132" name="Elipse 131">
              <a:extLst>
                <a:ext uri="{FF2B5EF4-FFF2-40B4-BE49-F238E27FC236}">
                  <a16:creationId xmlns:a16="http://schemas.microsoft.com/office/drawing/2014/main" id="{57C1A172-ABF2-6D78-617C-3146F6FCB88E}"/>
                </a:ext>
              </a:extLst>
            </p:cNvPr>
            <p:cNvSpPr/>
            <p:nvPr/>
          </p:nvSpPr>
          <p:spPr>
            <a:xfrm rot="-1280999">
              <a:off x="3634925" y="2764102"/>
              <a:ext cx="374829" cy="374829"/>
            </a:xfrm>
            <a:prstGeom prst="ellipse">
              <a:avLst/>
            </a:prstGeom>
            <a:solidFill>
              <a:srgbClr val="00C4FF"/>
            </a:solidFill>
            <a:ln w="6551" cap="flat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3" name="CuadroTexto 132">
              <a:extLst>
                <a:ext uri="{FF2B5EF4-FFF2-40B4-BE49-F238E27FC236}">
                  <a16:creationId xmlns:a16="http://schemas.microsoft.com/office/drawing/2014/main" id="{C5D3FA52-17E4-285C-BDE9-19A5726D7571}"/>
                </a:ext>
              </a:extLst>
            </p:cNvPr>
            <p:cNvSpPr txBox="1"/>
            <p:nvPr/>
          </p:nvSpPr>
          <p:spPr>
            <a:xfrm>
              <a:off x="4075974" y="2822727"/>
              <a:ext cx="12330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b="1" spc="0" baseline="0" dirty="0">
                  <a:ln/>
                  <a:solidFill>
                    <a:srgbClr val="E7F4FB"/>
                  </a:solidFill>
                  <a:latin typeface="Poppins"/>
                  <a:cs typeface="Poppins"/>
                  <a:sym typeface="Poppins"/>
                  <a:rtl val="0"/>
                </a:rPr>
                <a:t>CALL TO ACTION</a:t>
              </a:r>
            </a:p>
          </p:txBody>
        </p:sp>
      </p:grpSp>
      <p:sp>
        <p:nvSpPr>
          <p:cNvPr id="134" name="Forma libre: forma 133">
            <a:extLst>
              <a:ext uri="{FF2B5EF4-FFF2-40B4-BE49-F238E27FC236}">
                <a16:creationId xmlns:a16="http://schemas.microsoft.com/office/drawing/2014/main" id="{396F6D0B-5A5E-0DBF-9B4E-B4E0C7AAC644}"/>
              </a:ext>
            </a:extLst>
          </p:cNvPr>
          <p:cNvSpPr/>
          <p:nvPr/>
        </p:nvSpPr>
        <p:spPr>
          <a:xfrm>
            <a:off x="3697923" y="2945872"/>
            <a:ext cx="245677" cy="6575"/>
          </a:xfrm>
          <a:custGeom>
            <a:avLst/>
            <a:gdLst>
              <a:gd name="csX0" fmla="*/ 0 w 245677"/>
              <a:gd name="csY0" fmla="*/ 0 h 6575"/>
              <a:gd name="csX1" fmla="*/ 245678 w 245677"/>
              <a:gd name="csY1" fmla="*/ 0 h 6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5677" h="6575">
                <a:moveTo>
                  <a:pt x="0" y="0"/>
                </a:moveTo>
                <a:lnTo>
                  <a:pt x="245678" y="0"/>
                </a:lnTo>
              </a:path>
            </a:pathLst>
          </a:custGeom>
          <a:ln w="12700" cap="flat">
            <a:solidFill>
              <a:srgbClr val="1C3268"/>
            </a:solidFill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135" name="Forma libre: forma 134">
            <a:extLst>
              <a:ext uri="{FF2B5EF4-FFF2-40B4-BE49-F238E27FC236}">
                <a16:creationId xmlns:a16="http://schemas.microsoft.com/office/drawing/2014/main" id="{A083918B-DB37-1351-3859-0E31804A3221}"/>
              </a:ext>
            </a:extLst>
          </p:cNvPr>
          <p:cNvSpPr/>
          <p:nvPr/>
        </p:nvSpPr>
        <p:spPr>
          <a:xfrm>
            <a:off x="3830297" y="2832502"/>
            <a:ext cx="113303" cy="226672"/>
          </a:xfrm>
          <a:custGeom>
            <a:avLst/>
            <a:gdLst>
              <a:gd name="csX0" fmla="*/ 0 w 113303"/>
              <a:gd name="csY0" fmla="*/ 0 h 226672"/>
              <a:gd name="csX1" fmla="*/ 113304 w 113303"/>
              <a:gd name="csY1" fmla="*/ 113369 h 226672"/>
              <a:gd name="csX2" fmla="*/ 0 w 113303"/>
              <a:gd name="csY2" fmla="*/ 226673 h 226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3303" h="226672">
                <a:moveTo>
                  <a:pt x="0" y="0"/>
                </a:moveTo>
                <a:lnTo>
                  <a:pt x="113304" y="113369"/>
                </a:lnTo>
                <a:lnTo>
                  <a:pt x="0" y="226673"/>
                </a:lnTo>
              </a:path>
            </a:pathLst>
          </a:custGeom>
          <a:noFill/>
          <a:ln w="12700" cap="flat">
            <a:solidFill>
              <a:srgbClr val="1C3268"/>
            </a:solidFill>
            <a:prstDash val="solid"/>
            <a:miter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693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4229-211B-5DDF-684F-CB991EB1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4BB2420-B6E2-C218-AB23-D09DE8D4BD1F}"/>
              </a:ext>
            </a:extLst>
          </p:cNvPr>
          <p:cNvSpPr/>
          <p:nvPr/>
        </p:nvSpPr>
        <p:spPr>
          <a:xfrm rot="18000000">
            <a:off x="-1400502" y="2460377"/>
            <a:ext cx="7003336" cy="2880000"/>
          </a:xfrm>
          <a:prstGeom prst="roundRect">
            <a:avLst>
              <a:gd name="adj" fmla="val 50000"/>
            </a:avLst>
          </a:prstGeom>
          <a:gradFill flip="none" rotWithShape="0">
            <a:gsLst>
              <a:gs pos="0">
                <a:srgbClr val="C637D7"/>
              </a:gs>
              <a:gs pos="80000">
                <a:srgbClr val="6D8AEF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519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FD53101-0CAB-6B18-6658-7323F9723C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692000" y="674921"/>
            <a:ext cx="2880000" cy="2880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5F52A54E-CCA5-D899-00B5-36D6660FE1C6}"/>
              </a:ext>
            </a:extLst>
          </p:cNvPr>
          <p:cNvSpPr txBox="1">
            <a:spLocks/>
          </p:cNvSpPr>
          <p:nvPr/>
        </p:nvSpPr>
        <p:spPr>
          <a:xfrm>
            <a:off x="0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D0DAD931-C26D-86E5-50AA-E9DC8D6F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084" y="433816"/>
            <a:ext cx="1080000" cy="432000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D4ECA4ED-4B9A-772A-5242-BEA1BAA40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994" y="433816"/>
            <a:ext cx="3257896" cy="1200150"/>
          </a:xfrm>
        </p:spPr>
        <p:txBody>
          <a:bodyPr/>
          <a:lstStyle/>
          <a:p>
            <a:r>
              <a:rPr lang="es-MX" b="1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Haga clic para agregar título</a:t>
            </a:r>
            <a:endParaRPr lang="es-CO" b="1" dirty="0">
              <a:solidFill>
                <a:srgbClr val="14336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Marcador de texto 3">
            <a:extLst>
              <a:ext uri="{FF2B5EF4-FFF2-40B4-BE49-F238E27FC236}">
                <a16:creationId xmlns:a16="http://schemas.microsoft.com/office/drawing/2014/main" id="{D5A2048B-FAC9-EE8E-D364-2CC385311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7994" y="1800001"/>
            <a:ext cx="3257896" cy="629841"/>
          </a:xfrm>
        </p:spPr>
        <p:txBody>
          <a:bodyPr spcCol="1080000">
            <a:normAutofit fontScale="92500"/>
          </a:bodyPr>
          <a:lstStyle/>
          <a:p>
            <a:pPr>
              <a:lnSpc>
                <a:spcPts val="1400"/>
              </a:lnSpc>
            </a:pP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933C0D0-2C08-A240-4004-D1E95A1B4104}"/>
              </a:ext>
            </a:extLst>
          </p:cNvPr>
          <p:cNvSpPr txBox="1"/>
          <p:nvPr/>
        </p:nvSpPr>
        <p:spPr>
          <a:xfrm>
            <a:off x="5217994" y="2590003"/>
            <a:ext cx="3257896" cy="1896271"/>
          </a:xfrm>
          <a:prstGeom prst="rect">
            <a:avLst/>
          </a:prstGeom>
          <a:noFill/>
        </p:spPr>
        <p:txBody>
          <a:bodyPr wrap="square" numCol="1" spcCol="72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olor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sed 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labore et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magna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quis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exercitation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nisi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aliquip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commodo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consequat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irure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dolor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reprehenderit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voluptate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esse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cillum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fugiat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pariatur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Excepteur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occaecat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cupidatat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proident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sunt in culpa qui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officia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deserunt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mollit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anim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laborum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Sed ut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perspiciatis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omnis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iste </a:t>
            </a:r>
            <a:r>
              <a:rPr lang="es-CO" sz="900" dirty="0" err="1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</a:t>
            </a:r>
            <a:r>
              <a:rPr lang="es-CO" sz="900" dirty="0">
                <a:solidFill>
                  <a:srgbClr val="143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040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2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74241-7C30-019D-3933-AFC1B559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994AC5AA-FC6C-5E5A-EDAD-7B27EA245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638" y="2920234"/>
            <a:ext cx="2445756" cy="978304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8B0045CB-AB54-7348-D96B-CB870D2B51C9}"/>
              </a:ext>
            </a:extLst>
          </p:cNvPr>
          <p:cNvGrpSpPr/>
          <p:nvPr/>
        </p:nvGrpSpPr>
        <p:grpSpPr>
          <a:xfrm rot="18000000">
            <a:off x="5208385" y="-860946"/>
            <a:ext cx="5025815" cy="1675271"/>
            <a:chOff x="3739581" y="691375"/>
            <a:chExt cx="4320000" cy="1440000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406FA0BE-23D9-118D-1B1D-C5DC81B9DCC9}"/>
                </a:ext>
              </a:extLst>
            </p:cNvPr>
            <p:cNvSpPr/>
            <p:nvPr/>
          </p:nvSpPr>
          <p:spPr>
            <a:xfrm>
              <a:off x="3739581" y="691375"/>
              <a:ext cx="4320000" cy="1440000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60000">
                  <a:srgbClr val="6D8AE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7F732F06-6178-2427-D4C3-A2A50B5CE145}"/>
                </a:ext>
              </a:extLst>
            </p:cNvPr>
            <p:cNvSpPr/>
            <p:nvPr/>
          </p:nvSpPr>
          <p:spPr>
            <a:xfrm>
              <a:off x="3739581" y="691375"/>
              <a:ext cx="1440000" cy="14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977C32A-83F0-15B5-B8A2-1B081DD3FC30}"/>
              </a:ext>
            </a:extLst>
          </p:cNvPr>
          <p:cNvGrpSpPr/>
          <p:nvPr/>
        </p:nvGrpSpPr>
        <p:grpSpPr>
          <a:xfrm>
            <a:off x="-2041786" y="578457"/>
            <a:ext cx="7282134" cy="1675272"/>
            <a:chOff x="-1665028" y="1147865"/>
            <a:chExt cx="7282134" cy="1675272"/>
          </a:xfrm>
        </p:grpSpPr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69469CA9-1487-3BFA-A098-5ABF1CF587CA}"/>
                </a:ext>
              </a:extLst>
            </p:cNvPr>
            <p:cNvSpPr/>
            <p:nvPr/>
          </p:nvSpPr>
          <p:spPr>
            <a:xfrm flipH="1">
              <a:off x="-472505" y="1147865"/>
              <a:ext cx="6089611" cy="1675271"/>
            </a:xfrm>
            <a:prstGeom prst="roundRect">
              <a:avLst>
                <a:gd name="adj" fmla="val 50000"/>
              </a:avLst>
            </a:prstGeom>
            <a:solidFill>
              <a:srgbClr val="074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78410E12-E894-5B99-A7A0-F548AEDD27DE}"/>
                </a:ext>
              </a:extLst>
            </p:cNvPr>
            <p:cNvSpPr/>
            <p:nvPr/>
          </p:nvSpPr>
          <p:spPr>
            <a:xfrm flipH="1">
              <a:off x="-1665028" y="1147866"/>
              <a:ext cx="5298180" cy="1675271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100000">
                  <a:srgbClr val="C637D7"/>
                </a:gs>
                <a:gs pos="50000">
                  <a:srgbClr val="6D8AE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121BFE4-6D6A-284B-9CC9-FEAF00725068}"/>
              </a:ext>
            </a:extLst>
          </p:cNvPr>
          <p:cNvGrpSpPr/>
          <p:nvPr/>
        </p:nvGrpSpPr>
        <p:grpSpPr>
          <a:xfrm rot="7200000">
            <a:off x="2388882" y="4022579"/>
            <a:ext cx="5025815" cy="1675271"/>
            <a:chOff x="3739581" y="691375"/>
            <a:chExt cx="4320000" cy="1440000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3E18A4E3-B1FE-82E6-DF6B-70117D9717FF}"/>
                </a:ext>
              </a:extLst>
            </p:cNvPr>
            <p:cNvSpPr/>
            <p:nvPr/>
          </p:nvSpPr>
          <p:spPr>
            <a:xfrm>
              <a:off x="3739581" y="691375"/>
              <a:ext cx="4320000" cy="1440000"/>
            </a:xfrm>
            <a:prstGeom prst="roundRect">
              <a:avLst>
                <a:gd name="adj" fmla="val 50000"/>
              </a:avLst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2548F7B4-174D-28B4-D69E-DC08378E1E77}"/>
                </a:ext>
              </a:extLst>
            </p:cNvPr>
            <p:cNvSpPr/>
            <p:nvPr/>
          </p:nvSpPr>
          <p:spPr>
            <a:xfrm>
              <a:off x="3739581" y="691375"/>
              <a:ext cx="1440000" cy="14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0930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2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Gráfico 11">
            <a:extLst>
              <a:ext uri="{FF2B5EF4-FFF2-40B4-BE49-F238E27FC236}">
                <a16:creationId xmlns:a16="http://schemas.microsoft.com/office/drawing/2014/main" id="{9A4AC159-BC6B-F164-4010-189D84B5B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9238" y="3564759"/>
            <a:ext cx="1728000" cy="691202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C951519-17E9-382F-4EE2-E10A4F49FC45}"/>
              </a:ext>
            </a:extLst>
          </p:cNvPr>
          <p:cNvGrpSpPr/>
          <p:nvPr/>
        </p:nvGrpSpPr>
        <p:grpSpPr>
          <a:xfrm rot="18000000">
            <a:off x="4962724" y="-259179"/>
            <a:ext cx="5025815" cy="1675271"/>
            <a:chOff x="3739581" y="691375"/>
            <a:chExt cx="4320000" cy="14400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AB168680-8E62-8326-2A5E-CF0AE7C30F39}"/>
                </a:ext>
              </a:extLst>
            </p:cNvPr>
            <p:cNvSpPr/>
            <p:nvPr/>
          </p:nvSpPr>
          <p:spPr>
            <a:xfrm>
              <a:off x="3739581" y="691375"/>
              <a:ext cx="4320000" cy="1440000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60000">
                  <a:srgbClr val="6D8AEF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6C2A2F5-3948-B918-66B8-E3D0B6E963AB}"/>
                </a:ext>
              </a:extLst>
            </p:cNvPr>
            <p:cNvSpPr/>
            <p:nvPr/>
          </p:nvSpPr>
          <p:spPr>
            <a:xfrm>
              <a:off x="3739581" y="691375"/>
              <a:ext cx="1440000" cy="144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C33F422-957A-2C85-8D5E-0B43518A9601}"/>
              </a:ext>
            </a:extLst>
          </p:cNvPr>
          <p:cNvGrpSpPr/>
          <p:nvPr/>
        </p:nvGrpSpPr>
        <p:grpSpPr>
          <a:xfrm>
            <a:off x="-1665028" y="2972782"/>
            <a:ext cx="7282134" cy="1675272"/>
            <a:chOff x="-1665028" y="1147865"/>
            <a:chExt cx="7282134" cy="1675272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7BBB274C-D61D-98A4-E0D4-943FD00C0754}"/>
                </a:ext>
              </a:extLst>
            </p:cNvPr>
            <p:cNvSpPr/>
            <p:nvPr/>
          </p:nvSpPr>
          <p:spPr>
            <a:xfrm flipH="1">
              <a:off x="-472505" y="1147865"/>
              <a:ext cx="6089611" cy="1675271"/>
            </a:xfrm>
            <a:prstGeom prst="roundRect">
              <a:avLst>
                <a:gd name="adj" fmla="val 50000"/>
              </a:avLst>
            </a:prstGeom>
            <a:solidFill>
              <a:srgbClr val="074C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E1665D3C-7121-CD7A-C44B-D2315B7451F1}"/>
                </a:ext>
              </a:extLst>
            </p:cNvPr>
            <p:cNvSpPr/>
            <p:nvPr/>
          </p:nvSpPr>
          <p:spPr>
            <a:xfrm flipH="1">
              <a:off x="-1665028" y="1147866"/>
              <a:ext cx="4323642" cy="1675271"/>
            </a:xfrm>
            <a:prstGeom prst="roundRect">
              <a:avLst>
                <a:gd name="adj" fmla="val 50000"/>
              </a:avLst>
            </a:prstGeom>
            <a:gradFill flip="none" rotWithShape="0">
              <a:gsLst>
                <a:gs pos="0">
                  <a:srgbClr val="C637D7"/>
                </a:gs>
                <a:gs pos="80000">
                  <a:srgbClr val="6D8AE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5190" dirty="0"/>
            </a:p>
          </p:txBody>
        </p:sp>
      </p:grpSp>
      <p:sp>
        <p:nvSpPr>
          <p:cNvPr id="18" name="Título 17">
            <a:extLst>
              <a:ext uri="{FF2B5EF4-FFF2-40B4-BE49-F238E27FC236}">
                <a16:creationId xmlns:a16="http://schemas.microsoft.com/office/drawing/2014/main" id="{20637B2F-B0EB-2A7A-BF9B-82C71704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03" y="578457"/>
            <a:ext cx="4812206" cy="1432322"/>
          </a:xfrm>
        </p:spPr>
        <p:txBody>
          <a:bodyPr>
            <a:normAutofit/>
          </a:bodyPr>
          <a:lstStyle/>
          <a:p>
            <a:pPr algn="l"/>
            <a:r>
              <a:rPr lang="es-CO" sz="3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 del Prototipo, TO-BE e Integración</a:t>
            </a:r>
          </a:p>
        </p:txBody>
      </p:sp>
      <p:sp>
        <p:nvSpPr>
          <p:cNvPr id="23" name="Subtítulo 22">
            <a:extLst>
              <a:ext uri="{FF2B5EF4-FFF2-40B4-BE49-F238E27FC236}">
                <a16:creationId xmlns:a16="http://schemas.microsoft.com/office/drawing/2014/main" id="{2506C364-CBE9-9555-1198-C49E04AE8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603" y="2251152"/>
            <a:ext cx="4812206" cy="320598"/>
          </a:xfrm>
        </p:spPr>
        <p:txBody>
          <a:bodyPr>
            <a:normAutofit lnSpcReduction="10000"/>
          </a:bodyPr>
          <a:lstStyle/>
          <a:p>
            <a:pPr algn="l"/>
            <a:r>
              <a:rPr lang="es-CO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Programa PotencIA 2 · Consultorio Intermedio – Dromedario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Objetivo y agenda (2 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800">
                <a:solidFill>
                  <a:srgbClr val="333A45"/>
                </a:solidFill>
              </a:rPr>
              <a:t>Objetivo: </a:t>
            </a:r>
            <a:r>
              <a:rPr sz="1800">
                <a:solidFill>
                  <a:srgbClr val="333A45"/>
                </a:solidFill>
              </a:rPr>
              <a:t>mostrar la solución, validar el diseño e integrarla en su entorno.</a:t>
            </a:r>
          </a:p>
          <a:p>
            <a:pPr lvl="1"/>
            <a:r>
              <a:rPr sz="1600">
                <a:solidFill>
                  <a:srgbClr val="333A45"/>
                </a:solidFill>
              </a:rPr>
              <a:t>Recordamos lo que entendimos del proceso</a:t>
            </a:r>
          </a:p>
          <a:p>
            <a:pPr lvl="1"/>
            <a:r>
              <a:rPr sz="1600">
                <a:solidFill>
                  <a:srgbClr val="333A45"/>
                </a:solidFill>
              </a:rPr>
              <a:t>Presentamos el flujo objetivo (TO-BE)</a:t>
            </a:r>
          </a:p>
          <a:p>
            <a:pPr lvl="1"/>
            <a:r>
              <a:rPr sz="1600">
                <a:solidFill>
                  <a:srgbClr val="333A45"/>
                </a:solidFill>
              </a:rPr>
              <a:t>Demostramos el prototipo funcionando</a:t>
            </a:r>
          </a:p>
          <a:p>
            <a:pPr lvl="1"/>
            <a:r>
              <a:rPr sz="1600">
                <a:solidFill>
                  <a:srgbClr val="333A45"/>
                </a:solidFill>
              </a:rPr>
              <a:t>Lo integramos y explicamos cómo probar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Lo que entendimos de su 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800">
                <a:solidFill>
                  <a:srgbClr val="333A45"/>
                </a:solidFill>
              </a:rPr>
              <a:t>Proceso: </a:t>
            </a:r>
            <a:r>
              <a:rPr sz="1800">
                <a:solidFill>
                  <a:srgbClr val="333A45"/>
                </a:solidFill>
              </a:rPr>
              <a:t>Los pedidos llegan por WhatsApp, llamada o correo a distintas personas (asesores, jefe de planta, facturación); se autorizan por WhatsApp interno y se facturan antes de despachar.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Problema a resolver: </a:t>
            </a:r>
            <a:r>
              <a:rPr sz="1800">
                <a:solidFill>
                  <a:srgbClr val="333A45"/>
                </a:solidFill>
              </a:rPr>
              <a:t>Información dispersa en WhatsApp y Excel, sin base de datos de clientes ni pedidos: si un asesor se va, la empresa pierde el histórico y el contacto directo del cliente.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Volumen y línea base: </a:t>
            </a:r>
            <a:r>
              <a:rPr sz="1800">
                <a:solidFill>
                  <a:srgbClr val="333A45"/>
                </a:solidFill>
              </a:rPr>
              <a:t>3 a 4 pedidos al día. Hoy toma ~20 minutos desde el pedido hasta la facturación (meta: bajarlo a 10) y hasta 4-5 horas adicionales hasta el despacho.</a:t>
            </a:r>
          </a:p>
          <a:p>
            <a:pPr/>
            <a:r>
              <a:rPr sz="1800">
                <a:solidFill>
                  <a:srgbClr val="333A45"/>
                </a:solidFill>
              </a:rPr>
              <a:t>¿Es correcto? ¿Ajustamos algo antes de continuar?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El flujo objetivo (TO-BE)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333A45"/>
                </a:solidFill>
              </a:rPr>
              <a:t>Así operará el proceso una vez automatizado:</a:t>
            </a:r>
          </a:p>
          <a:p>
            <a:pPr lvl="1"/>
            <a:r>
              <a:rPr b="1" sz="1600">
                <a:solidFill>
                  <a:srgbClr val="333A45"/>
                </a:solidFill>
              </a:rPr>
              <a:t>Entradas: </a:t>
            </a:r>
            <a:r>
              <a:rPr sz="1600">
                <a:solidFill>
                  <a:srgbClr val="333A45"/>
                </a:solidFill>
              </a:rPr>
              <a:t>El asesor o el jefe de planta registra el pedido en un formulario web (cliente, contacto, productos, fecha de entrega).</a:t>
            </a:r>
          </a:p>
          <a:p>
            <a:pPr lvl="1"/>
            <a:r>
              <a:rPr b="1" sz="1600">
                <a:solidFill>
                  <a:srgbClr val="333A45"/>
                </a:solidFill>
              </a:rPr>
              <a:t>Pasos automáticos: </a:t>
            </a:r>
            <a:r>
              <a:rPr sz="1600">
                <a:solidFill>
                  <a:srgbClr val="333A45"/>
                </a:solidFill>
              </a:rPr>
              <a:t>Centraliza el pedido, lo enruta por estado y deja trazabilidad automática de cada cambio.</a:t>
            </a:r>
          </a:p>
          <a:p>
            <a:pPr lvl="1"/>
            <a:r>
              <a:rPr b="1" sz="1600">
                <a:solidFill>
                  <a:srgbClr val="333A45"/>
                </a:solidFill>
              </a:rPr>
              <a:t>Validación humana: </a:t>
            </a:r>
            <a:r>
              <a:rPr sz="1600">
                <a:solidFill>
                  <a:srgbClr val="333A45"/>
                </a:solidFill>
              </a:rPr>
              <a:t>Gerencia aprueba o rechaza; Facturación registra factura/remisión; Despacho registra guía, entrega o novedad.</a:t>
            </a:r>
          </a:p>
          <a:p>
            <a:pPr lvl="1"/>
            <a:r>
              <a:rPr b="1" sz="1600">
                <a:solidFill>
                  <a:srgbClr val="333A45"/>
                </a:solidFill>
              </a:rPr>
              <a:t>Salidas: </a:t>
            </a:r>
            <a:r>
              <a:rPr sz="1600">
                <a:solidFill>
                  <a:srgbClr val="333A45"/>
                </a:solidFill>
              </a:rPr>
              <a:t>Pedido con estado, historial completo y métricas (pedidos activos, pendientes, minutos ahorrados) en un panel único.</a:t>
            </a:r>
          </a:p>
          <a:p>
            <a:pPr/>
            <a:r>
              <a:rPr sz="1800">
                <a:solidFill>
                  <a:srgbClr val="333A45"/>
                </a:solidFill>
              </a:rPr>
              <a:t>[ Mostrar el panel de Pedidos del sistema en vivo ]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Demo del prototipo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333A45"/>
                </a:solidFill>
              </a:rPr>
              <a:t>Vamos a verlo funcionando con un caso real o de ejemplo.</a:t>
            </a:r>
          </a:p>
          <a:p>
            <a:pPr/>
            <a:r>
              <a:rPr sz="1800">
                <a:solidFill>
                  <a:srgbClr val="333A45"/>
                </a:solidFill>
              </a:rPr>
              <a:t>Presten atención a: entradas, resultado y tiempo.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Mientras observan, piensen: </a:t>
            </a:r>
            <a:r>
              <a:rPr sz="1800">
                <a:solidFill>
                  <a:srgbClr val="333A45"/>
                </a:solidFill>
              </a:rPr>
              <a:t>¿esto refleja su forma de trabajar?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2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E605241-8894-7FB7-EAA5-B22AC762DCE2}"/>
              </a:ext>
            </a:extLst>
          </p:cNvPr>
          <p:cNvSpPr txBox="1">
            <a:spLocks/>
          </p:cNvSpPr>
          <p:nvPr/>
        </p:nvSpPr>
        <p:spPr>
          <a:xfrm>
            <a:off x="629841" y="3519619"/>
            <a:ext cx="2949178" cy="771749"/>
          </a:xfrm>
          <a:prstGeom prst="rect">
            <a:avLst/>
          </a:prstGeom>
        </p:spPr>
        <p:txBody>
          <a:bodyPr vert="horz" lIns="91440" tIns="45720" rIns="91440" bIns="45720" spcCol="108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5D3E5D8-874A-27AE-130E-7A8433EA7DD6}"/>
              </a:ext>
            </a:extLst>
          </p:cNvPr>
          <p:cNvSpPr/>
          <p:nvPr/>
        </p:nvSpPr>
        <p:spPr>
          <a:xfrm rot="3600000">
            <a:off x="1504949" y="0"/>
            <a:ext cx="5143500" cy="5143500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gradFill flip="none" rotWithShape="1">
              <a:gsLst>
                <a:gs pos="0">
                  <a:srgbClr val="6D8AEF"/>
                </a:gs>
                <a:gs pos="100000">
                  <a:srgbClr val="FF00C8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8879F45-6D96-C9D7-4FB3-51B38B7A3F3F}"/>
              </a:ext>
            </a:extLst>
          </p:cNvPr>
          <p:cNvSpPr>
            <a:spLocks noChangeAspect="1"/>
          </p:cNvSpPr>
          <p:nvPr/>
        </p:nvSpPr>
        <p:spPr>
          <a:xfrm>
            <a:off x="2653830" y="212350"/>
            <a:ext cx="274338" cy="27433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1F79F43-50CA-A477-2F8D-4810D5CCB344}"/>
              </a:ext>
            </a:extLst>
          </p:cNvPr>
          <p:cNvSpPr/>
          <p:nvPr/>
        </p:nvSpPr>
        <p:spPr>
          <a:xfrm>
            <a:off x="2171574" y="2555787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3600000 w 3691440"/>
              <a:gd name="csY0" fmla="*/ 1800000 h 3600000"/>
              <a:gd name="csX1" fmla="*/ 1800000 w 3691440"/>
              <a:gd name="csY1" fmla="*/ 3600000 h 3600000"/>
              <a:gd name="csX2" fmla="*/ 0 w 3691440"/>
              <a:gd name="csY2" fmla="*/ 1800000 h 3600000"/>
              <a:gd name="csX3" fmla="*/ 1800000 w 3691440"/>
              <a:gd name="csY3" fmla="*/ 0 h 3600000"/>
              <a:gd name="csX4" fmla="*/ 3691440 w 3691440"/>
              <a:gd name="csY4" fmla="*/ 1891440 h 3600000"/>
              <a:gd name="csX0" fmla="*/ 3600000 w 3600000"/>
              <a:gd name="csY0" fmla="*/ 1800000 h 3600000"/>
              <a:gd name="csX1" fmla="*/ 1800000 w 3600000"/>
              <a:gd name="csY1" fmla="*/ 3600000 h 3600000"/>
              <a:gd name="csX2" fmla="*/ 0 w 3600000"/>
              <a:gd name="csY2" fmla="*/ 1800000 h 3600000"/>
              <a:gd name="csX3" fmla="*/ 1800000 w 3600000"/>
              <a:gd name="csY3" fmla="*/ 0 h 3600000"/>
              <a:gd name="csX0" fmla="*/ 3600000 w 3600000"/>
              <a:gd name="csY0" fmla="*/ 0 h 1800000"/>
              <a:gd name="csX1" fmla="*/ 1800000 w 3600000"/>
              <a:gd name="csY1" fmla="*/ 1800000 h 1800000"/>
              <a:gd name="csX2" fmla="*/ 0 w 3600000"/>
              <a:gd name="csY2" fmla="*/ 0 h 1800000"/>
              <a:gd name="csX0" fmla="*/ 1800000 w 1800000"/>
              <a:gd name="csY0" fmla="*/ 1800000 h 1800000"/>
              <a:gd name="csX1" fmla="*/ 0 w 1800000"/>
              <a:gd name="csY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1800000" y="1800000"/>
                </a:moveTo>
                <a:cubicBezTo>
                  <a:pt x="805887" y="1800000"/>
                  <a:pt x="0" y="994113"/>
                  <a:pt x="0" y="0"/>
                </a:cubicBezTo>
              </a:path>
            </a:pathLst>
          </a:custGeom>
          <a:noFill/>
          <a:ln w="254000" cap="rnd" cmpd="sng">
            <a:solidFill>
              <a:srgbClr val="00C8FF"/>
            </a:solidFill>
            <a:miter lim="800000"/>
            <a:headEnd type="none" w="lg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BEF6762-629E-C06C-F718-413DEC005D12}"/>
              </a:ext>
            </a:extLst>
          </p:cNvPr>
          <p:cNvSpPr>
            <a:spLocks noChangeAspect="1"/>
          </p:cNvSpPr>
          <p:nvPr/>
        </p:nvSpPr>
        <p:spPr>
          <a:xfrm>
            <a:off x="3939530" y="4323742"/>
            <a:ext cx="274338" cy="274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5546412-CB94-63C6-48A6-2B8436399B88}"/>
              </a:ext>
            </a:extLst>
          </p:cNvPr>
          <p:cNvSpPr/>
          <p:nvPr/>
        </p:nvSpPr>
        <p:spPr>
          <a:xfrm rot="1800000">
            <a:off x="4425361" y="1270526"/>
            <a:ext cx="1905124" cy="1905124"/>
          </a:xfrm>
          <a:custGeom>
            <a:avLst/>
            <a:gdLst>
              <a:gd name="csX0" fmla="*/ 0 w 3600000"/>
              <a:gd name="csY0" fmla="*/ 1800000 h 3600000"/>
              <a:gd name="csX1" fmla="*/ 1800000 w 3600000"/>
              <a:gd name="csY1" fmla="*/ 0 h 3600000"/>
              <a:gd name="csX2" fmla="*/ 3600000 w 3600000"/>
              <a:gd name="csY2" fmla="*/ 1800000 h 3600000"/>
              <a:gd name="csX3" fmla="*/ 1800000 w 3600000"/>
              <a:gd name="csY3" fmla="*/ 3600000 h 3600000"/>
              <a:gd name="csX4" fmla="*/ 0 w 3600000"/>
              <a:gd name="csY4" fmla="*/ 180000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4" fmla="*/ 1891440 w 3600000"/>
              <a:gd name="csY4" fmla="*/ 91440 h 3600000"/>
              <a:gd name="csX0" fmla="*/ 1800000 w 3600000"/>
              <a:gd name="csY0" fmla="*/ 0 h 3600000"/>
              <a:gd name="csX1" fmla="*/ 3600000 w 3600000"/>
              <a:gd name="csY1" fmla="*/ 1800000 h 3600000"/>
              <a:gd name="csX2" fmla="*/ 1800000 w 3600000"/>
              <a:gd name="csY2" fmla="*/ 3600000 h 3600000"/>
              <a:gd name="csX3" fmla="*/ 0 w 3600000"/>
              <a:gd name="csY3" fmla="*/ 1800000 h 3600000"/>
              <a:gd name="csX0" fmla="*/ 0 w 1800000"/>
              <a:gd name="csY0" fmla="*/ 0 h 3600000"/>
              <a:gd name="csX1" fmla="*/ 1800000 w 1800000"/>
              <a:gd name="csY1" fmla="*/ 1800000 h 3600000"/>
              <a:gd name="csX2" fmla="*/ 0 w 1800000"/>
              <a:gd name="csY2" fmla="*/ 3600000 h 3600000"/>
              <a:gd name="csX0" fmla="*/ 0 w 1800000"/>
              <a:gd name="csY0" fmla="*/ 0 h 1800000"/>
              <a:gd name="csX1" fmla="*/ 1800000 w 1800000"/>
              <a:gd name="csY1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cubicBezTo>
                  <a:pt x="994113" y="0"/>
                  <a:pt x="1800000" y="805887"/>
                  <a:pt x="1800000" y="1800000"/>
                </a:cubicBezTo>
              </a:path>
            </a:pathLst>
          </a:custGeom>
          <a:noFill/>
          <a:ln w="254000" cap="rnd" cmpd="sng">
            <a:solidFill>
              <a:srgbClr val="074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BFAC2DA-04ED-8557-6612-1CAFD05FC7B3}"/>
              </a:ext>
            </a:extLst>
          </p:cNvPr>
          <p:cNvSpPr>
            <a:spLocks noChangeAspect="1"/>
          </p:cNvSpPr>
          <p:nvPr/>
        </p:nvSpPr>
        <p:spPr>
          <a:xfrm>
            <a:off x="5589698" y="3387143"/>
            <a:ext cx="274338" cy="27433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D611E53-67C0-9DCD-8645-927583D45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6600" y="1450520"/>
            <a:ext cx="2860198" cy="1181952"/>
          </a:xfrm>
        </p:spPr>
        <p:txBody>
          <a:bodyPr>
            <a:normAutofit/>
          </a:bodyPr>
          <a:lstStyle/>
          <a:p>
            <a:r>
              <a:rPr lang="es-MX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Validemos el diseño juntos</a:t>
            </a:r>
            <a:endParaRPr lang="es-CO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D9055FB-10D5-7D1A-2C33-B544030A9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6600" y="2701528"/>
            <a:ext cx="2860198" cy="902876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endParaRPr lang="es-CO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Elipse 5">
            <a:extLst>
              <a:ext uri="{FF2B5EF4-FFF2-40B4-BE49-F238E27FC236}">
                <a16:creationId xmlns:a16="http://schemas.microsoft.com/office/drawing/2014/main" id="{F4BEA735-AF5C-D4AD-3EFF-574A3F7F39E4}"/>
              </a:ext>
            </a:extLst>
          </p:cNvPr>
          <p:cNvSpPr/>
          <p:nvPr/>
        </p:nvSpPr>
        <p:spPr>
          <a:xfrm rot="11477917">
            <a:off x="847531" y="-641494"/>
            <a:ext cx="6426488" cy="6426488"/>
          </a:xfrm>
          <a:custGeom>
            <a:avLst/>
            <a:gdLst>
              <a:gd name="csX0" fmla="*/ 0 w 5143500"/>
              <a:gd name="csY0" fmla="*/ 2571750 h 5143500"/>
              <a:gd name="csX1" fmla="*/ 2571750 w 5143500"/>
              <a:gd name="csY1" fmla="*/ 0 h 5143500"/>
              <a:gd name="csX2" fmla="*/ 5143500 w 5143500"/>
              <a:gd name="csY2" fmla="*/ 2571750 h 5143500"/>
              <a:gd name="csX3" fmla="*/ 2571750 w 5143500"/>
              <a:gd name="csY3" fmla="*/ 5143500 h 5143500"/>
              <a:gd name="csX4" fmla="*/ 0 w 5143500"/>
              <a:gd name="csY4" fmla="*/ 257175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  <a:gd name="csX4" fmla="*/ 2663190 w 5143500"/>
              <a:gd name="csY4" fmla="*/ 91440 h 5143500"/>
              <a:gd name="csX0" fmla="*/ 2571750 w 5143500"/>
              <a:gd name="csY0" fmla="*/ 0 h 5143500"/>
              <a:gd name="csX1" fmla="*/ 5143500 w 5143500"/>
              <a:gd name="csY1" fmla="*/ 2571750 h 5143500"/>
              <a:gd name="csX2" fmla="*/ 2571750 w 5143500"/>
              <a:gd name="csY2" fmla="*/ 5143500 h 5143500"/>
              <a:gd name="csX3" fmla="*/ 0 w 5143500"/>
              <a:gd name="csY3" fmla="*/ 2571750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</a:path>
            </a:pathLst>
          </a:custGeom>
          <a:noFill/>
          <a:ln w="254000" cap="rnd" cmpd="sng">
            <a:solidFill>
              <a:srgbClr val="00C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572248E3-A969-D105-7D68-7820994A7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2377" y="3906878"/>
            <a:ext cx="1728000" cy="6912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Preguntas para validar el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333A45"/>
                </a:solidFill>
              </a:rPr>
              <a:t>¿El flujo refleja cómo trabajan realmente?</a:t>
            </a:r>
          </a:p>
          <a:p>
            <a:pPr/>
            <a:r>
              <a:rPr sz="1800">
                <a:solidFill>
                  <a:srgbClr val="333A45"/>
                </a:solidFill>
              </a:rPr>
              <a:t>¿Las reglas de negocio están bien recogidas?</a:t>
            </a:r>
          </a:p>
          <a:p>
            <a:pPr/>
            <a:r>
              <a:rPr sz="1800">
                <a:solidFill>
                  <a:srgbClr val="333A45"/>
                </a:solidFill>
              </a:rPr>
              <a:t>¿Los puntos de validación humana son los correctos?</a:t>
            </a:r>
          </a:p>
          <a:p>
            <a:pPr/>
            <a:r>
              <a:rPr sz="1800">
                <a:solidFill>
                  <a:srgbClr val="333A45"/>
                </a:solidFill>
              </a:rPr>
              <a:t>¿Faltan excepciones o casos especiales?</a:t>
            </a:r>
          </a:p>
          <a:p>
            <a:pPr/>
            <a:r>
              <a:rPr sz="1800">
                <a:solidFill>
                  <a:srgbClr val="333A45"/>
                </a:solidFill>
              </a:rPr>
              <a:t>¿El resultado tiene el formato que necesitan?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Integración en su entorno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800">
                <a:solidFill>
                  <a:srgbClr val="333A45"/>
                </a:solidFill>
              </a:rPr>
              <a:t>Qué haremos ahora: </a:t>
            </a:r>
            <a:r>
              <a:rPr sz="1800">
                <a:solidFill>
                  <a:srgbClr val="333A45"/>
                </a:solidFill>
              </a:rPr>
              <a:t>dejar la solución operando en sus herramientas.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Necesitamos: </a:t>
            </a:r>
            <a:r>
              <a:rPr sz="1800">
                <a:solidFill>
                  <a:srgbClr val="333A45"/>
                </a:solidFill>
              </a:rPr>
              <a:t>accesos, cuentas y permisos listos.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Responsable técnico: </a:t>
            </a:r>
            <a:r>
              <a:rPr sz="1800">
                <a:solidFill>
                  <a:srgbClr val="333A45"/>
                </a:solidFill>
              </a:rPr>
              <a:t>alguien que pueda habilitar credenciales.</a:t>
            </a:r>
          </a:p>
          <a:p>
            <a:pPr/>
            <a:r>
              <a:rPr sz="1800">
                <a:solidFill>
                  <a:srgbClr val="333A45"/>
                </a:solidFill>
              </a:rPr>
              <a:t>La solución queda bajo su control, sin dependencia de 10X.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Cómo empezar a probar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333A45"/>
                </a:solidFill>
              </a:rPr>
              <a:t>Úsenla en su flujo normal, con casos reales.</a:t>
            </a:r>
          </a:p>
          <a:p>
            <a:pPr/>
            <a:r>
              <a:rPr sz="1800">
                <a:solidFill>
                  <a:srgbClr val="333A45"/>
                </a:solidFill>
              </a:rPr>
              <a:t>Prueben también casos raros o excepciones.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Registren: </a:t>
            </a:r>
            <a:r>
              <a:rPr sz="1800">
                <a:solidFill>
                  <a:srgbClr val="333A45"/>
                </a:solidFill>
              </a:rPr>
              <a:t>qué funcionó, qué ajustar y cuánto tardó.</a:t>
            </a:r>
          </a:p>
          <a:p>
            <a:pPr/>
            <a:r>
              <a:rPr sz="1800">
                <a:solidFill>
                  <a:srgbClr val="333A45"/>
                </a:solidFill>
              </a:rPr>
              <a:t>Les compartimos una planilla simple de registro.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0E3266"/>
                </a:solidFill>
              </a:rP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800">
                <a:solidFill>
                  <a:srgbClr val="333A45"/>
                </a:solidFill>
              </a:rPr>
              <a:t>Ustedes: </a:t>
            </a:r>
            <a:r>
              <a:rPr sz="1800">
                <a:solidFill>
                  <a:srgbClr val="333A45"/>
                </a:solidFill>
              </a:rPr>
              <a:t>prueban durante los próximos días.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Nosotros: </a:t>
            </a:r>
            <a:r>
              <a:rPr sz="1800">
                <a:solidFill>
                  <a:srgbClr val="333A45"/>
                </a:solidFill>
              </a:rPr>
              <a:t>quedamos atentos a dudas y ajustes.</a:t>
            </a:r>
          </a:p>
          <a:p>
            <a:pPr/>
            <a:r>
              <a:rPr b="1" sz="1800">
                <a:solidFill>
                  <a:srgbClr val="333A45"/>
                </a:solidFill>
              </a:rPr>
              <a:t>R4: </a:t>
            </a:r>
            <a:r>
              <a:rPr sz="1800">
                <a:solidFill>
                  <a:srgbClr val="333A45"/>
                </a:solidFill>
              </a:rPr>
              <a:t>sesión de pruebas finales, calibración y medición (2 h).</a:t>
            </a:r>
          </a:p>
          <a:p>
            <a:pPr/>
            <a:r>
              <a:rPr sz="1800">
                <a:solidFill>
                  <a:srgbClr val="333A45"/>
                </a:solidFill>
              </a:rPr>
              <a:t>¡Gracias!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4526280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A9096E8369DF4584CE85D8B20F9934" ma:contentTypeVersion="19" ma:contentTypeDescription="Create a new document." ma:contentTypeScope="" ma:versionID="36ebc48ab5e078b77faad58f96b56f8e">
  <xsd:schema xmlns:xsd="http://www.w3.org/2001/XMLSchema" xmlns:xs="http://www.w3.org/2001/XMLSchema" xmlns:p="http://schemas.microsoft.com/office/2006/metadata/properties" xmlns:ns2="e67fd84a-cb6e-4a4b-b4f0-59bbfc663657" xmlns:ns3="7eab3cf2-a05a-47e4-923a-25733806f805" targetNamespace="http://schemas.microsoft.com/office/2006/metadata/properties" ma:root="true" ma:fieldsID="1a67337191708368a2953588e10f6eb6" ns2:_="" ns3:_="">
    <xsd:import namespace="e67fd84a-cb6e-4a4b-b4f0-59bbfc663657"/>
    <xsd:import namespace="7eab3cf2-a05a-47e4-923a-25733806f8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7fd84a-cb6e-4a4b-b4f0-59bbfc6636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20b8d21-cc46-4c4a-bb11-fa94100acf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ab3cf2-a05a-47e4-923a-25733806f80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4ddc222-9eaf-4568-8038-5a346f31b1f9}" ma:internalName="TaxCatchAll" ma:showField="CatchAllData" ma:web="7eab3cf2-a05a-47e4-923a-25733806f8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7fd84a-cb6e-4a4b-b4f0-59bbfc663657">
      <Terms xmlns="http://schemas.microsoft.com/office/infopath/2007/PartnerControls"/>
    </lcf76f155ced4ddcb4097134ff3c332f>
    <TaxCatchAll xmlns="7eab3cf2-a05a-47e4-923a-25733806f805" xsi:nil="true"/>
  </documentManagement>
</p:properties>
</file>

<file path=customXml/itemProps1.xml><?xml version="1.0" encoding="utf-8"?>
<ds:datastoreItem xmlns:ds="http://schemas.openxmlformats.org/officeDocument/2006/customXml" ds:itemID="{E9FD0F51-0251-458C-AD30-204DD7BA603E}"/>
</file>

<file path=customXml/itemProps2.xml><?xml version="1.0" encoding="utf-8"?>
<ds:datastoreItem xmlns:ds="http://schemas.openxmlformats.org/officeDocument/2006/customXml" ds:itemID="{4DF45896-7521-4344-A3AC-1D5E348F6720}"/>
</file>

<file path=customXml/itemProps3.xml><?xml version="1.0" encoding="utf-8"?>
<ds:datastoreItem xmlns:ds="http://schemas.openxmlformats.org/officeDocument/2006/customXml" ds:itemID="{D45D6C55-FD45-4067-B27A-8D99FD04DC8D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</TotalTime>
  <Words>731</Words>
  <Application>Microsoft Office PowerPoint</Application>
  <PresentationFormat>Presentación en pantalla (16:9)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 Light</vt:lpstr>
      <vt:lpstr>Poppins</vt:lpstr>
      <vt:lpstr>Calibri</vt:lpstr>
      <vt:lpstr>Arial</vt:lpstr>
      <vt:lpstr>Office 2013 - Tema de 2022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Haga clic para agregar título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Presentaciones Renovacion 2026</dc:title>
  <dc:creator>NESTOR DAVID MOLINA HOYOS</dc:creator>
  <cp:keywords>Renovacion 2026;Presentacion</cp:keywords>
  <cp:lastModifiedBy>NESTOR DAVID MOLINA HOYOS</cp:lastModifiedBy>
  <cp:revision>24</cp:revision>
  <dcterms:created xsi:type="dcterms:W3CDTF">2023-11-27T17:06:01Z</dcterms:created>
  <dcterms:modified xsi:type="dcterms:W3CDTF">2026-01-02T23:02:41Z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0x0101008FA9096E8369DF4584CE85D8B20F9934</vt:lpwstr>
  </property>
  <property fmtid="{D5CDD505-2E9C-101B-9397-08002B2CF9AE}" pid="3" name="MediaServiceImageTags">
    <vt:lpwstr/>
  </property>
</Properties>
</file>